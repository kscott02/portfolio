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Krona One"/>
      <p:regular r:id="rId20"/>
    </p:embeddedFont>
    <p:embeddedFont>
      <p:font typeface="Lato"/>
      <p:regular r:id="rId21"/>
      <p:bold r:id="rId22"/>
      <p:italic r:id="rId23"/>
      <p:boldItalic r:id="rId24"/>
    </p:embeddedFont>
    <p:embeddedFont>
      <p:font typeface="Jost"/>
      <p:regular r:id="rId25"/>
      <p:bold r:id="rId26"/>
      <p:italic r:id="rId27"/>
      <p:boldItalic r:id="rId28"/>
    </p:embeddedFont>
    <p:embeddedFont>
      <p:font typeface="Jost Medium"/>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KronaOne-regular.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Jost-bold.fntdata"/><Relationship Id="rId25" Type="http://schemas.openxmlformats.org/officeDocument/2006/relationships/font" Target="fonts/Jost-regular.fntdata"/><Relationship Id="rId28" Type="http://schemas.openxmlformats.org/officeDocument/2006/relationships/font" Target="fonts/Jost-boldItalic.fntdata"/><Relationship Id="rId27" Type="http://schemas.openxmlformats.org/officeDocument/2006/relationships/font" Target="fonts/Jost-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JostMedium-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JostMedium-italic.fntdata"/><Relationship Id="rId30" Type="http://schemas.openxmlformats.org/officeDocument/2006/relationships/font" Target="fonts/JostMedium-bold.fntdata"/><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font" Target="fonts/JostMedium-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124ca1503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124ca1503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11b20512f71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7" name="Google Shape;1407;g11b20512f71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11b20512f71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11b20512f71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11b20512f71_0_1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7" name="Google Shape;1437;g11b20512f71_0_1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m</a:t>
            </a:r>
            <a:r>
              <a:rPr lang="en" sz="1200">
                <a:solidFill>
                  <a:schemeClr val="dk1"/>
                </a:solidFill>
                <a:latin typeface="Times New Roman"/>
                <a:ea typeface="Times New Roman"/>
                <a:cs typeface="Times New Roman"/>
                <a:sym typeface="Times New Roman"/>
              </a:rPr>
              <a:t>eadow : It features stats of Formula 1 (F1) drivers, and the data includes metrics on race performance, team participation, and time on the track. The data was collected most likely due to its usefulness in understanding career trends, overall driver behavior, and corresponding general race performance.</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	For our use of the data, we created a classification problem with our target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variable set to ‘idDriver’, a categorical variable representing the name of each F1 driver. Note idDriver is nominal. Another nominal categorical variable in our dataset is ‘idTeam,’ but we thought it would make the prediction too accurate without having to utilize and train the other features. For this reason, ‘idTeam’ was not included The features used to predict this variable are: ‘avgGridPosition', 'avgPosition', 'avgPositionLift', 'pctPolePositition', and  'pctPolewin'. All of these are numeric, continuous variables, representing either average or percentage values denoted from a numerous race outcomes. Of the data set, we chose to keep the previously listed features (means and percentages) and excluded medians and quantities as those would be redundant if ran with mean and percentages (respectively).</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	Overall, the dataset is balanced and includes information from the last five races.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Additional Variable Breakdown:</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idDriver: Unique identifier for each Formula 1 driver, used as the target class in classification.</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avgGridPosition: Average starting position on the grid.</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avgPosition: Average finishing position.</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avgPositionLift: Average positions gained per race. </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pctPolePosition: Percentage of races started from pole position. </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pctPolewin: Number of wins secured from pole position.</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Formula 1 Terminology: </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Grid position: The starting position of a driver in a race. Drivers start on a section of the track called </a:t>
            </a:r>
            <a:r>
              <a:rPr i="1" lang="en" sz="1200">
                <a:solidFill>
                  <a:schemeClr val="dk1"/>
                </a:solidFill>
                <a:latin typeface="Times New Roman"/>
                <a:ea typeface="Times New Roman"/>
                <a:cs typeface="Times New Roman"/>
                <a:sym typeface="Times New Roman"/>
              </a:rPr>
              <a:t>grid</a:t>
            </a:r>
            <a:r>
              <a:rPr lang="en" sz="1200">
                <a:solidFill>
                  <a:schemeClr val="dk1"/>
                </a:solidFill>
                <a:latin typeface="Times New Roman"/>
                <a:ea typeface="Times New Roman"/>
                <a:cs typeface="Times New Roman"/>
                <a:sym typeface="Times New Roman"/>
              </a:rPr>
              <a:t> in rows.</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Pole Position: The first starting position in the grid.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g356ea3b114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1" name="Google Shape;1451;g356ea3b114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g3552bbe31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5" name="Google Shape;1465;g3552bbe31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3552bbe311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9" name="Google Shape;1479;g3552bbe311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304fb5faf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3" name="Google Shape;1493;g304fb5faf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g3552bbe311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0" name="Google Shape;1500;g3552bbe311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g3552bbe311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3" name="Google Shape;1513;g3552bbe311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m</a:t>
            </a:r>
            <a:r>
              <a:rPr lang="en" sz="1200">
                <a:solidFill>
                  <a:schemeClr val="dk1"/>
                </a:solidFill>
                <a:latin typeface="Times New Roman"/>
                <a:ea typeface="Times New Roman"/>
                <a:cs typeface="Times New Roman"/>
                <a:sym typeface="Times New Roman"/>
              </a:rPr>
              <a:t>eadow : It contains measurements on 104 mountain brushtrail possums collected from seven locations across Australia, ranging from Southern Victoria to Central Queensland. Each record includes nine morphometric features (e.g. head length, tail length, and body weight) along with categorical information like sex and site location. The dataset was originally designed to explore relationships between biological traits and geographic variation, making it ideal for both statistical modeling and machine learning demonstrations.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	In our project, we use this dataset to showcase machine learning methods for regression, with the goal of predicting the target variable totlngth (total length). The features include both numeric variables (e.g. hdlength, skullw, totlngth, taill, footlgth, earconch, eye, chest, belly) and categorical variables (e.g. sex, pop). Among the categorical variables, sex is nominal (male or female) and so is pop (‘Vic’ for Victoria or ‘other’ for New South Wales or Queensland). The data was fairly comprehensive. However, there were a couple missing values which we imputed using the means. For instance, there were two missing values on ‘age’ and one missing value on foot length. Minimal data cleaning was needed beyond this. This data is relatively balanced and compact, making it suitable for testing different regression models, evaluating feature importance, and comparing model performance with real-world biological data.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g3552bbe311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7" name="Google Shape;1527;g3552bbe311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g3552bbe311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1" name="Google Shape;1541;g3552bbe311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g3552bbe3114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5" name="Google Shape;1555;g3552bbe3114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Meadow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g304fb5fafe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9" name="Google Shape;1569;g304fb5fafe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g125b7f6424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6" name="Google Shape;1576;g125b7f6424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720000" y="1061438"/>
            <a:ext cx="7704000" cy="1680000"/>
          </a:xfrm>
          <a:prstGeom prst="rect">
            <a:avLst/>
          </a:prstGeom>
        </p:spPr>
        <p:txBody>
          <a:bodyPr anchorCtr="0" anchor="ctr" bIns="91425" lIns="91425" spcFirstLastPara="1" rIns="91425" wrap="square" tIns="91425">
            <a:noAutofit/>
          </a:bodyPr>
          <a:lstStyle>
            <a:lvl1pPr lvl="0" algn="ctr">
              <a:spcBef>
                <a:spcPts val="0"/>
              </a:spcBef>
              <a:spcAft>
                <a:spcPts val="0"/>
              </a:spcAft>
              <a:buSzPts val="5200"/>
              <a:buNone/>
              <a:defRPr sz="4500">
                <a:latin typeface="Krona One"/>
                <a:ea typeface="Krona One"/>
                <a:cs typeface="Krona One"/>
                <a:sym typeface="Krona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260800" y="2855663"/>
            <a:ext cx="4622400" cy="410100"/>
          </a:xfrm>
          <a:prstGeom prst="rect">
            <a:avLst/>
          </a:prstGeom>
          <a:noFill/>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1800">
                <a:solidFill>
                  <a:schemeClr val="dk1"/>
                </a:solidFill>
                <a:latin typeface="Jost"/>
                <a:ea typeface="Jost"/>
                <a:cs typeface="Jost"/>
                <a:sym typeface="Jos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12" name="Google Shape;12;p2"/>
          <p:cNvGrpSpPr/>
          <p:nvPr/>
        </p:nvGrpSpPr>
        <p:grpSpPr>
          <a:xfrm>
            <a:off x="449825" y="1100"/>
            <a:ext cx="8244125" cy="570400"/>
            <a:chOff x="449825" y="1100"/>
            <a:chExt cx="8244125" cy="570400"/>
          </a:xfrm>
        </p:grpSpPr>
        <p:sp>
          <p:nvSpPr>
            <p:cNvPr id="13" name="Google Shape;13;p2"/>
            <p:cNvSpPr/>
            <p:nvPr/>
          </p:nvSpPr>
          <p:spPr>
            <a:xfrm flipH="1">
              <a:off x="450250" y="503400"/>
              <a:ext cx="82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flipH="1">
              <a:off x="449825" y="1100"/>
              <a:ext cx="8244106" cy="515409"/>
              <a:chOff x="720050" y="0"/>
              <a:chExt cx="7704052" cy="481646"/>
            </a:xfrm>
          </p:grpSpPr>
          <p:sp>
            <p:nvSpPr>
              <p:cNvPr id="15" name="Google Shape;15;p2"/>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9" name="Google Shape;79;p2"/>
          <p:cNvGrpSpPr/>
          <p:nvPr/>
        </p:nvGrpSpPr>
        <p:grpSpPr>
          <a:xfrm flipH="1" rot="10800000">
            <a:off x="8693950" y="0"/>
            <a:ext cx="466800" cy="5143500"/>
            <a:chOff x="-16750" y="0"/>
            <a:chExt cx="466800" cy="5143500"/>
          </a:xfrm>
        </p:grpSpPr>
        <p:sp>
          <p:nvSpPr>
            <p:cNvPr id="80" name="Google Shape;80;p2"/>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2"/>
          <p:cNvGrpSpPr/>
          <p:nvPr/>
        </p:nvGrpSpPr>
        <p:grpSpPr>
          <a:xfrm>
            <a:off x="-16750" y="0"/>
            <a:ext cx="466800" cy="5143500"/>
            <a:chOff x="-16750" y="0"/>
            <a:chExt cx="466800" cy="5143500"/>
          </a:xfrm>
        </p:grpSpPr>
        <p:sp>
          <p:nvSpPr>
            <p:cNvPr id="90" name="Google Shape;90;p2"/>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 name="Shape 99"/>
        <p:cNvGrpSpPr/>
        <p:nvPr/>
      </p:nvGrpSpPr>
      <p:grpSpPr>
        <a:xfrm>
          <a:off x="0" y="0"/>
          <a:ext cx="0" cy="0"/>
          <a:chOff x="0" y="0"/>
          <a:chExt cx="0" cy="0"/>
        </a:xfrm>
      </p:grpSpPr>
      <p:grpSp>
        <p:nvGrpSpPr>
          <p:cNvPr id="100" name="Google Shape;100;p3"/>
          <p:cNvGrpSpPr/>
          <p:nvPr/>
        </p:nvGrpSpPr>
        <p:grpSpPr>
          <a:xfrm>
            <a:off x="449825" y="1100"/>
            <a:ext cx="8244125" cy="570400"/>
            <a:chOff x="449825" y="1100"/>
            <a:chExt cx="8244125" cy="570400"/>
          </a:xfrm>
        </p:grpSpPr>
        <p:sp>
          <p:nvSpPr>
            <p:cNvPr id="101" name="Google Shape;101;p3"/>
            <p:cNvSpPr/>
            <p:nvPr/>
          </p:nvSpPr>
          <p:spPr>
            <a:xfrm flipH="1">
              <a:off x="450250" y="503400"/>
              <a:ext cx="82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3"/>
            <p:cNvGrpSpPr/>
            <p:nvPr/>
          </p:nvGrpSpPr>
          <p:grpSpPr>
            <a:xfrm flipH="1">
              <a:off x="449825" y="1100"/>
              <a:ext cx="8244106" cy="515409"/>
              <a:chOff x="720050" y="0"/>
              <a:chExt cx="7704052" cy="481646"/>
            </a:xfrm>
          </p:grpSpPr>
          <p:sp>
            <p:nvSpPr>
              <p:cNvPr id="103" name="Google Shape;103;p3"/>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7" name="Google Shape;167;p3"/>
          <p:cNvSpPr txBox="1"/>
          <p:nvPr>
            <p:ph type="title"/>
          </p:nvPr>
        </p:nvSpPr>
        <p:spPr>
          <a:xfrm>
            <a:off x="3043150" y="1213828"/>
            <a:ext cx="4827600" cy="9642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500">
                <a:latin typeface="Krona One"/>
                <a:ea typeface="Krona One"/>
                <a:cs typeface="Krona One"/>
                <a:sym typeface="Krona 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8" name="Google Shape;168;p3"/>
          <p:cNvSpPr txBox="1"/>
          <p:nvPr>
            <p:ph hasCustomPrompt="1" idx="2" type="title"/>
          </p:nvPr>
        </p:nvSpPr>
        <p:spPr>
          <a:xfrm>
            <a:off x="1273250" y="1241332"/>
            <a:ext cx="1463100" cy="14661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latin typeface="Krona One"/>
                <a:ea typeface="Krona One"/>
                <a:cs typeface="Krona One"/>
                <a:sym typeface="Krona 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69" name="Google Shape;169;p3"/>
          <p:cNvSpPr txBox="1"/>
          <p:nvPr>
            <p:ph idx="1" type="subTitle"/>
          </p:nvPr>
        </p:nvSpPr>
        <p:spPr>
          <a:xfrm>
            <a:off x="3043150" y="2420475"/>
            <a:ext cx="4827600" cy="4101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SzPts val="2800"/>
              <a:buNone/>
              <a:defRPr sz="1800">
                <a:solidFill>
                  <a:schemeClr val="dk1"/>
                </a:solidFill>
                <a:latin typeface="Jost"/>
                <a:ea typeface="Jost"/>
                <a:cs typeface="Jost"/>
                <a:sym typeface="Jost"/>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grpSp>
        <p:nvGrpSpPr>
          <p:cNvPr id="170" name="Google Shape;170;p3"/>
          <p:cNvGrpSpPr/>
          <p:nvPr/>
        </p:nvGrpSpPr>
        <p:grpSpPr>
          <a:xfrm>
            <a:off x="-16750" y="0"/>
            <a:ext cx="9177500" cy="5143500"/>
            <a:chOff x="-16750" y="0"/>
            <a:chExt cx="9177500" cy="5143500"/>
          </a:xfrm>
        </p:grpSpPr>
        <p:grpSp>
          <p:nvGrpSpPr>
            <p:cNvPr id="171" name="Google Shape;171;p3"/>
            <p:cNvGrpSpPr/>
            <p:nvPr/>
          </p:nvGrpSpPr>
          <p:grpSpPr>
            <a:xfrm flipH="1" rot="10800000">
              <a:off x="8693950" y="0"/>
              <a:ext cx="466800" cy="5143500"/>
              <a:chOff x="-16750" y="0"/>
              <a:chExt cx="466800" cy="5143500"/>
            </a:xfrm>
          </p:grpSpPr>
          <p:sp>
            <p:nvSpPr>
              <p:cNvPr id="172" name="Google Shape;172;p3"/>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 name="Google Shape;181;p3"/>
            <p:cNvGrpSpPr/>
            <p:nvPr/>
          </p:nvGrpSpPr>
          <p:grpSpPr>
            <a:xfrm>
              <a:off x="-16750" y="0"/>
              <a:ext cx="466800" cy="5143500"/>
              <a:chOff x="-16750" y="0"/>
              <a:chExt cx="466800" cy="5143500"/>
            </a:xfrm>
          </p:grpSpPr>
          <p:sp>
            <p:nvSpPr>
              <p:cNvPr id="182" name="Google Shape;182;p3"/>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1" name="Shape 191"/>
        <p:cNvGrpSpPr/>
        <p:nvPr/>
      </p:nvGrpSpPr>
      <p:grpSpPr>
        <a:xfrm>
          <a:off x="0" y="0"/>
          <a:ext cx="0" cy="0"/>
          <a:chOff x="0" y="0"/>
          <a:chExt cx="0" cy="0"/>
        </a:xfrm>
      </p:grpSpPr>
      <p:sp>
        <p:nvSpPr>
          <p:cNvPr id="192" name="Google Shape;192;p4"/>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3" name="Google Shape;193;p4"/>
          <p:cNvSpPr txBox="1"/>
          <p:nvPr>
            <p:ph idx="1" type="body"/>
          </p:nvPr>
        </p:nvSpPr>
        <p:spPr>
          <a:xfrm>
            <a:off x="720000" y="1152475"/>
            <a:ext cx="3859500" cy="34164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grpSp>
        <p:nvGrpSpPr>
          <p:cNvPr id="194" name="Google Shape;194;p4"/>
          <p:cNvGrpSpPr/>
          <p:nvPr/>
        </p:nvGrpSpPr>
        <p:grpSpPr>
          <a:xfrm>
            <a:off x="-16750" y="0"/>
            <a:ext cx="9177500" cy="5143500"/>
            <a:chOff x="-16750" y="0"/>
            <a:chExt cx="9177500" cy="5143500"/>
          </a:xfrm>
        </p:grpSpPr>
        <p:grpSp>
          <p:nvGrpSpPr>
            <p:cNvPr id="195" name="Google Shape;195;p4"/>
            <p:cNvGrpSpPr/>
            <p:nvPr/>
          </p:nvGrpSpPr>
          <p:grpSpPr>
            <a:xfrm flipH="1" rot="10800000">
              <a:off x="8693950" y="0"/>
              <a:ext cx="466800" cy="5143500"/>
              <a:chOff x="-16750" y="0"/>
              <a:chExt cx="466800" cy="5143500"/>
            </a:xfrm>
          </p:grpSpPr>
          <p:sp>
            <p:nvSpPr>
              <p:cNvPr id="196" name="Google Shape;196;p4"/>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4"/>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4"/>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4"/>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4"/>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 name="Google Shape;205;p4"/>
            <p:cNvGrpSpPr/>
            <p:nvPr/>
          </p:nvGrpSpPr>
          <p:grpSpPr>
            <a:xfrm>
              <a:off x="-16750" y="0"/>
              <a:ext cx="466800" cy="5143500"/>
              <a:chOff x="-16750" y="0"/>
              <a:chExt cx="466800" cy="5143500"/>
            </a:xfrm>
          </p:grpSpPr>
          <p:sp>
            <p:nvSpPr>
              <p:cNvPr id="206" name="Google Shape;206;p4"/>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4"/>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4"/>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4"/>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4"/>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5" name="Shape 215"/>
        <p:cNvGrpSpPr/>
        <p:nvPr/>
      </p:nvGrpSpPr>
      <p:grpSpPr>
        <a:xfrm>
          <a:off x="0" y="0"/>
          <a:ext cx="0" cy="0"/>
          <a:chOff x="0" y="0"/>
          <a:chExt cx="0" cy="0"/>
        </a:xfrm>
      </p:grpSpPr>
      <p:sp>
        <p:nvSpPr>
          <p:cNvPr id="216" name="Google Shape;216;p5"/>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7" name="Google Shape;217;p5"/>
          <p:cNvSpPr txBox="1"/>
          <p:nvPr>
            <p:ph idx="2" type="title"/>
          </p:nvPr>
        </p:nvSpPr>
        <p:spPr>
          <a:xfrm>
            <a:off x="1604525" y="2680700"/>
            <a:ext cx="25668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218" name="Google Shape;218;p5"/>
          <p:cNvSpPr txBox="1"/>
          <p:nvPr>
            <p:ph idx="1" type="subTitle"/>
          </p:nvPr>
        </p:nvSpPr>
        <p:spPr>
          <a:xfrm>
            <a:off x="1604525" y="3100200"/>
            <a:ext cx="2566800" cy="85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219" name="Google Shape;219;p5"/>
          <p:cNvSpPr txBox="1"/>
          <p:nvPr>
            <p:ph idx="3" type="title"/>
          </p:nvPr>
        </p:nvSpPr>
        <p:spPr>
          <a:xfrm>
            <a:off x="4972725" y="2680700"/>
            <a:ext cx="25668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220" name="Google Shape;220;p5"/>
          <p:cNvSpPr txBox="1"/>
          <p:nvPr>
            <p:ph idx="4" type="subTitle"/>
          </p:nvPr>
        </p:nvSpPr>
        <p:spPr>
          <a:xfrm>
            <a:off x="4972725" y="3100200"/>
            <a:ext cx="2566800" cy="85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grpSp>
        <p:nvGrpSpPr>
          <p:cNvPr id="221" name="Google Shape;221;p5"/>
          <p:cNvGrpSpPr/>
          <p:nvPr/>
        </p:nvGrpSpPr>
        <p:grpSpPr>
          <a:xfrm>
            <a:off x="-16750" y="0"/>
            <a:ext cx="9177500" cy="5143500"/>
            <a:chOff x="-16750" y="0"/>
            <a:chExt cx="9177500" cy="5143500"/>
          </a:xfrm>
        </p:grpSpPr>
        <p:grpSp>
          <p:nvGrpSpPr>
            <p:cNvPr id="222" name="Google Shape;222;p5"/>
            <p:cNvGrpSpPr/>
            <p:nvPr/>
          </p:nvGrpSpPr>
          <p:grpSpPr>
            <a:xfrm flipH="1" rot="10800000">
              <a:off x="8693950" y="0"/>
              <a:ext cx="466800" cy="5143500"/>
              <a:chOff x="-16750" y="0"/>
              <a:chExt cx="466800" cy="5143500"/>
            </a:xfrm>
          </p:grpSpPr>
          <p:sp>
            <p:nvSpPr>
              <p:cNvPr id="223" name="Google Shape;223;p5"/>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 name="Google Shape;232;p5"/>
            <p:cNvGrpSpPr/>
            <p:nvPr/>
          </p:nvGrpSpPr>
          <p:grpSpPr>
            <a:xfrm>
              <a:off x="-16750" y="0"/>
              <a:ext cx="466800" cy="5143500"/>
              <a:chOff x="-16750" y="0"/>
              <a:chExt cx="466800" cy="5143500"/>
            </a:xfrm>
          </p:grpSpPr>
          <p:sp>
            <p:nvSpPr>
              <p:cNvPr id="233" name="Google Shape;233;p5"/>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5"/>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2" name="Shape 242"/>
        <p:cNvGrpSpPr/>
        <p:nvPr/>
      </p:nvGrpSpPr>
      <p:grpSpPr>
        <a:xfrm>
          <a:off x="0" y="0"/>
          <a:ext cx="0" cy="0"/>
          <a:chOff x="0" y="0"/>
          <a:chExt cx="0" cy="0"/>
        </a:xfrm>
      </p:grpSpPr>
      <p:sp>
        <p:nvSpPr>
          <p:cNvPr id="243" name="Google Shape;243;p6"/>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atin typeface="Krona One"/>
                <a:ea typeface="Krona One"/>
                <a:cs typeface="Krona One"/>
                <a:sym typeface="Krona 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244" name="Google Shape;244;p6"/>
          <p:cNvGrpSpPr/>
          <p:nvPr/>
        </p:nvGrpSpPr>
        <p:grpSpPr>
          <a:xfrm>
            <a:off x="-16750" y="0"/>
            <a:ext cx="9177500" cy="5143500"/>
            <a:chOff x="-16750" y="0"/>
            <a:chExt cx="9177500" cy="5143500"/>
          </a:xfrm>
        </p:grpSpPr>
        <p:grpSp>
          <p:nvGrpSpPr>
            <p:cNvPr id="245" name="Google Shape;245;p6"/>
            <p:cNvGrpSpPr/>
            <p:nvPr/>
          </p:nvGrpSpPr>
          <p:grpSpPr>
            <a:xfrm flipH="1" rot="10800000">
              <a:off x="8693950" y="0"/>
              <a:ext cx="466800" cy="5143500"/>
              <a:chOff x="-16750" y="0"/>
              <a:chExt cx="466800" cy="5143500"/>
            </a:xfrm>
          </p:grpSpPr>
          <p:sp>
            <p:nvSpPr>
              <p:cNvPr id="246" name="Google Shape;246;p6"/>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6"/>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6"/>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6"/>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6"/>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6"/>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6"/>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6"/>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 name="Google Shape;255;p6"/>
            <p:cNvGrpSpPr/>
            <p:nvPr/>
          </p:nvGrpSpPr>
          <p:grpSpPr>
            <a:xfrm>
              <a:off x="-16750" y="0"/>
              <a:ext cx="466800" cy="5143500"/>
              <a:chOff x="-16750" y="0"/>
              <a:chExt cx="466800" cy="5143500"/>
            </a:xfrm>
          </p:grpSpPr>
          <p:sp>
            <p:nvSpPr>
              <p:cNvPr id="256" name="Google Shape;256;p6"/>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6"/>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6"/>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6"/>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6"/>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6"/>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6"/>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6"/>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6"/>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5" name="Shape 265"/>
        <p:cNvGrpSpPr/>
        <p:nvPr/>
      </p:nvGrpSpPr>
      <p:grpSpPr>
        <a:xfrm>
          <a:off x="0" y="0"/>
          <a:ext cx="0" cy="0"/>
          <a:chOff x="0" y="0"/>
          <a:chExt cx="0" cy="0"/>
        </a:xfrm>
      </p:grpSpPr>
      <p:sp>
        <p:nvSpPr>
          <p:cNvPr id="266" name="Google Shape;266;p7"/>
          <p:cNvSpPr txBox="1"/>
          <p:nvPr>
            <p:ph idx="1" type="body"/>
          </p:nvPr>
        </p:nvSpPr>
        <p:spPr>
          <a:xfrm>
            <a:off x="720000" y="1834750"/>
            <a:ext cx="4353000" cy="2221200"/>
          </a:xfrm>
          <a:prstGeom prst="rect">
            <a:avLst/>
          </a:prstGeom>
        </p:spPr>
        <p:txBody>
          <a:bodyPr anchorCtr="0" anchor="ctr" bIns="91425" lIns="91425" spcFirstLastPara="1" rIns="91425" wrap="square" tIns="91425">
            <a:noAutofit/>
          </a:bodyPr>
          <a:lstStyle>
            <a:lvl1pPr indent="-317500" lvl="0" marL="457200">
              <a:lnSpc>
                <a:spcPct val="100000"/>
              </a:lnSpc>
              <a:spcBef>
                <a:spcPts val="0"/>
              </a:spcBef>
              <a:spcAft>
                <a:spcPts val="0"/>
              </a:spcAft>
              <a:buClr>
                <a:srgbClr val="595959"/>
              </a:buClr>
              <a:buSzPts val="1400"/>
              <a:buFont typeface="Anaheim"/>
              <a:buChar char="●"/>
              <a:defRPr/>
            </a:lvl1pPr>
            <a:lvl2pPr indent="-317500" lvl="1" marL="914400">
              <a:spcBef>
                <a:spcPts val="0"/>
              </a:spcBef>
              <a:spcAft>
                <a:spcPts val="0"/>
              </a:spcAft>
              <a:buClr>
                <a:srgbClr val="595959"/>
              </a:buClr>
              <a:buSzPts val="1400"/>
              <a:buFont typeface="Anaheim"/>
              <a:buChar char="○"/>
              <a:defRPr sz="1200"/>
            </a:lvl2pPr>
            <a:lvl3pPr indent="-317500" lvl="2" marL="1371600">
              <a:spcBef>
                <a:spcPts val="0"/>
              </a:spcBef>
              <a:spcAft>
                <a:spcPts val="0"/>
              </a:spcAft>
              <a:buClr>
                <a:srgbClr val="595959"/>
              </a:buClr>
              <a:buSzPts val="1400"/>
              <a:buFont typeface="Anaheim"/>
              <a:buChar char="■"/>
              <a:defRPr sz="1200"/>
            </a:lvl3pPr>
            <a:lvl4pPr indent="-317500" lvl="3" marL="1828800">
              <a:spcBef>
                <a:spcPts val="0"/>
              </a:spcBef>
              <a:spcAft>
                <a:spcPts val="0"/>
              </a:spcAft>
              <a:buClr>
                <a:srgbClr val="595959"/>
              </a:buClr>
              <a:buSzPts val="1400"/>
              <a:buFont typeface="Anaheim"/>
              <a:buChar char="●"/>
              <a:defRPr sz="1200"/>
            </a:lvl4pPr>
            <a:lvl5pPr indent="-317500" lvl="4" marL="2286000">
              <a:spcBef>
                <a:spcPts val="0"/>
              </a:spcBef>
              <a:spcAft>
                <a:spcPts val="0"/>
              </a:spcAft>
              <a:buClr>
                <a:srgbClr val="595959"/>
              </a:buClr>
              <a:buSzPts val="1400"/>
              <a:buFont typeface="Anaheim"/>
              <a:buChar char="○"/>
              <a:defRPr sz="1200"/>
            </a:lvl5pPr>
            <a:lvl6pPr indent="-317500" lvl="5" marL="2743200">
              <a:spcBef>
                <a:spcPts val="0"/>
              </a:spcBef>
              <a:spcAft>
                <a:spcPts val="0"/>
              </a:spcAft>
              <a:buClr>
                <a:srgbClr val="595959"/>
              </a:buClr>
              <a:buSzPts val="1400"/>
              <a:buFont typeface="Anaheim"/>
              <a:buChar char="■"/>
              <a:defRPr sz="1200"/>
            </a:lvl6pPr>
            <a:lvl7pPr indent="-317500" lvl="6" marL="3200400">
              <a:spcBef>
                <a:spcPts val="0"/>
              </a:spcBef>
              <a:spcAft>
                <a:spcPts val="0"/>
              </a:spcAft>
              <a:buClr>
                <a:srgbClr val="595959"/>
              </a:buClr>
              <a:buSzPts val="1400"/>
              <a:buFont typeface="Anaheim"/>
              <a:buChar char="●"/>
              <a:defRPr sz="1200"/>
            </a:lvl7pPr>
            <a:lvl8pPr indent="-317500" lvl="7" marL="3657600">
              <a:spcBef>
                <a:spcPts val="0"/>
              </a:spcBef>
              <a:spcAft>
                <a:spcPts val="0"/>
              </a:spcAft>
              <a:buClr>
                <a:srgbClr val="595959"/>
              </a:buClr>
              <a:buSzPts val="1400"/>
              <a:buFont typeface="Anaheim"/>
              <a:buChar char="○"/>
              <a:defRPr sz="1200"/>
            </a:lvl8pPr>
            <a:lvl9pPr indent="-317500" lvl="8" marL="4114800">
              <a:spcBef>
                <a:spcPts val="0"/>
              </a:spcBef>
              <a:spcAft>
                <a:spcPts val="0"/>
              </a:spcAft>
              <a:buClr>
                <a:srgbClr val="595959"/>
              </a:buClr>
              <a:buSzPts val="1400"/>
              <a:buFont typeface="Anaheim"/>
              <a:buChar char="■"/>
              <a:defRPr sz="1200"/>
            </a:lvl9pPr>
          </a:lstStyle>
          <a:p/>
        </p:txBody>
      </p:sp>
      <p:sp>
        <p:nvSpPr>
          <p:cNvPr id="267" name="Google Shape;267;p7"/>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grpSp>
        <p:nvGrpSpPr>
          <p:cNvPr id="268" name="Google Shape;268;p7"/>
          <p:cNvGrpSpPr/>
          <p:nvPr/>
        </p:nvGrpSpPr>
        <p:grpSpPr>
          <a:xfrm>
            <a:off x="-16750" y="0"/>
            <a:ext cx="9177500" cy="5143500"/>
            <a:chOff x="-16750" y="0"/>
            <a:chExt cx="9177500" cy="5143500"/>
          </a:xfrm>
        </p:grpSpPr>
        <p:grpSp>
          <p:nvGrpSpPr>
            <p:cNvPr id="269" name="Google Shape;269;p7"/>
            <p:cNvGrpSpPr/>
            <p:nvPr/>
          </p:nvGrpSpPr>
          <p:grpSpPr>
            <a:xfrm flipH="1" rot="10800000">
              <a:off x="8693950" y="0"/>
              <a:ext cx="466800" cy="5143500"/>
              <a:chOff x="-16750" y="0"/>
              <a:chExt cx="466800" cy="5143500"/>
            </a:xfrm>
          </p:grpSpPr>
          <p:sp>
            <p:nvSpPr>
              <p:cNvPr id="270" name="Google Shape;270;p7"/>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7"/>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 name="Google Shape;279;p7"/>
            <p:cNvGrpSpPr/>
            <p:nvPr/>
          </p:nvGrpSpPr>
          <p:grpSpPr>
            <a:xfrm>
              <a:off x="-16750" y="0"/>
              <a:ext cx="466800" cy="5143500"/>
              <a:chOff x="-16750" y="0"/>
              <a:chExt cx="466800" cy="5143500"/>
            </a:xfrm>
          </p:grpSpPr>
          <p:sp>
            <p:nvSpPr>
              <p:cNvPr id="280" name="Google Shape;280;p7"/>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7"/>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89" name="Shape 289"/>
        <p:cNvGrpSpPr/>
        <p:nvPr/>
      </p:nvGrpSpPr>
      <p:grpSpPr>
        <a:xfrm>
          <a:off x="0" y="0"/>
          <a:ext cx="0" cy="0"/>
          <a:chOff x="0" y="0"/>
          <a:chExt cx="0" cy="0"/>
        </a:xfrm>
      </p:grpSpPr>
      <p:grpSp>
        <p:nvGrpSpPr>
          <p:cNvPr id="290" name="Google Shape;290;p8"/>
          <p:cNvGrpSpPr/>
          <p:nvPr/>
        </p:nvGrpSpPr>
        <p:grpSpPr>
          <a:xfrm>
            <a:off x="449825" y="1100"/>
            <a:ext cx="8244125" cy="570400"/>
            <a:chOff x="449825" y="1100"/>
            <a:chExt cx="8244125" cy="570400"/>
          </a:xfrm>
        </p:grpSpPr>
        <p:sp>
          <p:nvSpPr>
            <p:cNvPr id="291" name="Google Shape;291;p8"/>
            <p:cNvSpPr/>
            <p:nvPr/>
          </p:nvSpPr>
          <p:spPr>
            <a:xfrm flipH="1">
              <a:off x="450250" y="503400"/>
              <a:ext cx="82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2" name="Google Shape;292;p8"/>
            <p:cNvGrpSpPr/>
            <p:nvPr/>
          </p:nvGrpSpPr>
          <p:grpSpPr>
            <a:xfrm flipH="1">
              <a:off x="449825" y="1100"/>
              <a:ext cx="8244106" cy="515409"/>
              <a:chOff x="720050" y="0"/>
              <a:chExt cx="7704052" cy="481646"/>
            </a:xfrm>
          </p:grpSpPr>
          <p:sp>
            <p:nvSpPr>
              <p:cNvPr id="293" name="Google Shape;293;p8"/>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8"/>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8"/>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8"/>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8"/>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8"/>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8"/>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8"/>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8"/>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8"/>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8"/>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8"/>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8"/>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8"/>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8"/>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8"/>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8"/>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8"/>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8"/>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8"/>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8"/>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8"/>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8"/>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8"/>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8"/>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8"/>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8"/>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8"/>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8"/>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8"/>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8"/>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8"/>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8"/>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8"/>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8"/>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8"/>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8"/>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8"/>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8"/>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8"/>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8"/>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8"/>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7" name="Google Shape;357;p8"/>
          <p:cNvGrpSpPr/>
          <p:nvPr/>
        </p:nvGrpSpPr>
        <p:grpSpPr>
          <a:xfrm flipH="1" rot="10800000">
            <a:off x="8693950" y="0"/>
            <a:ext cx="466800" cy="5143500"/>
            <a:chOff x="-16750" y="0"/>
            <a:chExt cx="466800" cy="5143500"/>
          </a:xfrm>
        </p:grpSpPr>
        <p:sp>
          <p:nvSpPr>
            <p:cNvPr id="358" name="Google Shape;358;p8"/>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8"/>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8"/>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7" name="Google Shape;367;p8"/>
          <p:cNvGrpSpPr/>
          <p:nvPr/>
        </p:nvGrpSpPr>
        <p:grpSpPr>
          <a:xfrm>
            <a:off x="-16750" y="0"/>
            <a:ext cx="466800" cy="5143500"/>
            <a:chOff x="-16750" y="0"/>
            <a:chExt cx="466800" cy="5143500"/>
          </a:xfrm>
        </p:grpSpPr>
        <p:sp>
          <p:nvSpPr>
            <p:cNvPr id="368" name="Google Shape;368;p8"/>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8"/>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8"/>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8"/>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7" name="Google Shape;377;p8"/>
          <p:cNvSpPr txBox="1"/>
          <p:nvPr>
            <p:ph type="title"/>
          </p:nvPr>
        </p:nvSpPr>
        <p:spPr>
          <a:xfrm>
            <a:off x="1388100" y="1567650"/>
            <a:ext cx="6367800" cy="20082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8" name="Shape 378"/>
        <p:cNvGrpSpPr/>
        <p:nvPr/>
      </p:nvGrpSpPr>
      <p:grpSpPr>
        <a:xfrm>
          <a:off x="0" y="0"/>
          <a:ext cx="0" cy="0"/>
          <a:chOff x="0" y="0"/>
          <a:chExt cx="0" cy="0"/>
        </a:xfrm>
      </p:grpSpPr>
      <p:grpSp>
        <p:nvGrpSpPr>
          <p:cNvPr id="379" name="Google Shape;379;p9"/>
          <p:cNvGrpSpPr/>
          <p:nvPr/>
        </p:nvGrpSpPr>
        <p:grpSpPr>
          <a:xfrm>
            <a:off x="-94" y="1100"/>
            <a:ext cx="9144094" cy="570400"/>
            <a:chOff x="-94" y="1100"/>
            <a:chExt cx="9144094" cy="570400"/>
          </a:xfrm>
        </p:grpSpPr>
        <p:grpSp>
          <p:nvGrpSpPr>
            <p:cNvPr id="380" name="Google Shape;380;p9"/>
            <p:cNvGrpSpPr/>
            <p:nvPr/>
          </p:nvGrpSpPr>
          <p:grpSpPr>
            <a:xfrm>
              <a:off x="300" y="1100"/>
              <a:ext cx="9143700" cy="570400"/>
              <a:chOff x="300" y="1100"/>
              <a:chExt cx="9143700" cy="570400"/>
            </a:xfrm>
          </p:grpSpPr>
          <p:sp>
            <p:nvSpPr>
              <p:cNvPr id="381" name="Google Shape;381;p9"/>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2" name="Google Shape;382;p9"/>
              <p:cNvGrpSpPr/>
              <p:nvPr/>
            </p:nvGrpSpPr>
            <p:grpSpPr>
              <a:xfrm flipH="1">
                <a:off x="449825" y="1100"/>
                <a:ext cx="8244106" cy="515409"/>
                <a:chOff x="720050" y="0"/>
                <a:chExt cx="7704052" cy="481646"/>
              </a:xfrm>
            </p:grpSpPr>
            <p:sp>
              <p:nvSpPr>
                <p:cNvPr id="383" name="Google Shape;383;p9"/>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9"/>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9"/>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9"/>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9"/>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9"/>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9"/>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9"/>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9"/>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9"/>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9"/>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9"/>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9"/>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9"/>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9"/>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9"/>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9"/>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9"/>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9"/>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9"/>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9"/>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9"/>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9"/>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9"/>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9"/>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9"/>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9"/>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9"/>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9"/>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9"/>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9"/>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9"/>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9"/>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9"/>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9"/>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9"/>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9"/>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9"/>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9"/>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9"/>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9"/>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9"/>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9"/>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9"/>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9"/>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9"/>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9"/>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9"/>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9"/>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9"/>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9"/>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9"/>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9"/>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9"/>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7" name="Google Shape;447;p9"/>
            <p:cNvGrpSpPr/>
            <p:nvPr/>
          </p:nvGrpSpPr>
          <p:grpSpPr>
            <a:xfrm flipH="1">
              <a:off x="-94" y="1100"/>
              <a:ext cx="449926" cy="515409"/>
              <a:chOff x="7942458" y="0"/>
              <a:chExt cx="420452" cy="481646"/>
            </a:xfrm>
          </p:grpSpPr>
          <p:sp>
            <p:nvSpPr>
              <p:cNvPr id="448" name="Google Shape;448;p9"/>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9"/>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9"/>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9"/>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 name="Google Shape;452;p9"/>
            <p:cNvGrpSpPr/>
            <p:nvPr/>
          </p:nvGrpSpPr>
          <p:grpSpPr>
            <a:xfrm flipH="1">
              <a:off x="8693950" y="1100"/>
              <a:ext cx="449923" cy="515409"/>
              <a:chOff x="8003652" y="0"/>
              <a:chExt cx="420450" cy="481646"/>
            </a:xfrm>
          </p:grpSpPr>
          <p:sp>
            <p:nvSpPr>
              <p:cNvPr id="453" name="Google Shape;453;p9"/>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9"/>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9"/>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9"/>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7" name="Google Shape;457;p9"/>
          <p:cNvSpPr txBox="1"/>
          <p:nvPr>
            <p:ph type="title"/>
          </p:nvPr>
        </p:nvSpPr>
        <p:spPr>
          <a:xfrm>
            <a:off x="1747188" y="1418745"/>
            <a:ext cx="5649600" cy="765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4200"/>
              <a:buNone/>
              <a:defRPr sz="4200">
                <a:latin typeface="Krona One"/>
                <a:ea typeface="Krona One"/>
                <a:cs typeface="Krona One"/>
                <a:sym typeface="Krona 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58" name="Google Shape;458;p9"/>
          <p:cNvSpPr txBox="1"/>
          <p:nvPr>
            <p:ph idx="1" type="subTitle"/>
          </p:nvPr>
        </p:nvSpPr>
        <p:spPr>
          <a:xfrm>
            <a:off x="1747213" y="2285950"/>
            <a:ext cx="5649600" cy="673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a:solidFill>
                  <a:schemeClr val="dk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9" name="Shape 459"/>
        <p:cNvGrpSpPr/>
        <p:nvPr/>
      </p:nvGrpSpPr>
      <p:grpSpPr>
        <a:xfrm>
          <a:off x="0" y="0"/>
          <a:ext cx="0" cy="0"/>
          <a:chOff x="0" y="0"/>
          <a:chExt cx="0" cy="0"/>
        </a:xfrm>
      </p:grpSpPr>
      <p:grpSp>
        <p:nvGrpSpPr>
          <p:cNvPr id="460" name="Google Shape;460;p10"/>
          <p:cNvGrpSpPr/>
          <p:nvPr/>
        </p:nvGrpSpPr>
        <p:grpSpPr>
          <a:xfrm>
            <a:off x="-94" y="1100"/>
            <a:ext cx="9144094" cy="570400"/>
            <a:chOff x="-94" y="1100"/>
            <a:chExt cx="9144094" cy="570400"/>
          </a:xfrm>
        </p:grpSpPr>
        <p:grpSp>
          <p:nvGrpSpPr>
            <p:cNvPr id="461" name="Google Shape;461;p10"/>
            <p:cNvGrpSpPr/>
            <p:nvPr/>
          </p:nvGrpSpPr>
          <p:grpSpPr>
            <a:xfrm>
              <a:off x="300" y="1100"/>
              <a:ext cx="9143700" cy="570400"/>
              <a:chOff x="300" y="1100"/>
              <a:chExt cx="9143700" cy="570400"/>
            </a:xfrm>
          </p:grpSpPr>
          <p:sp>
            <p:nvSpPr>
              <p:cNvPr id="462" name="Google Shape;462;p10"/>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3" name="Google Shape;463;p10"/>
              <p:cNvGrpSpPr/>
              <p:nvPr/>
            </p:nvGrpSpPr>
            <p:grpSpPr>
              <a:xfrm flipH="1">
                <a:off x="449825" y="1100"/>
                <a:ext cx="8244106" cy="515409"/>
                <a:chOff x="720050" y="0"/>
                <a:chExt cx="7704052" cy="481646"/>
              </a:xfrm>
            </p:grpSpPr>
            <p:sp>
              <p:nvSpPr>
                <p:cNvPr id="464" name="Google Shape;464;p10"/>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0"/>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0"/>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0"/>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0"/>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0"/>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0"/>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0"/>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0"/>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0"/>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0"/>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0"/>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0"/>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0"/>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0"/>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0"/>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0"/>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0"/>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0"/>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0"/>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0"/>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0"/>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0"/>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0"/>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0"/>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0"/>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0"/>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0"/>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0"/>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0"/>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0"/>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0"/>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0"/>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0"/>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0"/>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0"/>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0"/>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0"/>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0"/>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0"/>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0"/>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0"/>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0"/>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0"/>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0"/>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0"/>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0"/>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0"/>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0"/>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0"/>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0"/>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0"/>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0"/>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0"/>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0"/>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0"/>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0"/>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0"/>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0"/>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0"/>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0"/>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0"/>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0"/>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0"/>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8" name="Google Shape;528;p10"/>
            <p:cNvGrpSpPr/>
            <p:nvPr/>
          </p:nvGrpSpPr>
          <p:grpSpPr>
            <a:xfrm flipH="1">
              <a:off x="-94" y="1100"/>
              <a:ext cx="449926" cy="515409"/>
              <a:chOff x="7942458" y="0"/>
              <a:chExt cx="420452" cy="481646"/>
            </a:xfrm>
          </p:grpSpPr>
          <p:sp>
            <p:nvSpPr>
              <p:cNvPr id="529" name="Google Shape;529;p10"/>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0"/>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0"/>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0"/>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3" name="Google Shape;533;p10"/>
            <p:cNvGrpSpPr/>
            <p:nvPr/>
          </p:nvGrpSpPr>
          <p:grpSpPr>
            <a:xfrm flipH="1">
              <a:off x="8693950" y="1100"/>
              <a:ext cx="449923" cy="515409"/>
              <a:chOff x="8003652" y="0"/>
              <a:chExt cx="420450" cy="481646"/>
            </a:xfrm>
          </p:grpSpPr>
          <p:sp>
            <p:nvSpPr>
              <p:cNvPr id="534" name="Google Shape;534;p10"/>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0"/>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0"/>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0"/>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8" name="Google Shape;538;p10"/>
          <p:cNvSpPr txBox="1"/>
          <p:nvPr>
            <p:ph idx="1" type="body"/>
          </p:nvPr>
        </p:nvSpPr>
        <p:spPr>
          <a:xfrm>
            <a:off x="720000" y="4028825"/>
            <a:ext cx="7704000" cy="574500"/>
          </a:xfrm>
          <a:prstGeom prst="rect">
            <a:avLst/>
          </a:prstGeom>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400"/>
              <a:buNone/>
              <a:defRPr sz="2800"/>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39" name="Shape 539"/>
        <p:cNvGrpSpPr/>
        <p:nvPr/>
      </p:nvGrpSpPr>
      <p:grpSpPr>
        <a:xfrm>
          <a:off x="0" y="0"/>
          <a:ext cx="0" cy="0"/>
          <a:chOff x="0" y="0"/>
          <a:chExt cx="0" cy="0"/>
        </a:xfrm>
      </p:grpSpPr>
      <p:grpSp>
        <p:nvGrpSpPr>
          <p:cNvPr id="540" name="Google Shape;540;p11"/>
          <p:cNvGrpSpPr/>
          <p:nvPr/>
        </p:nvGrpSpPr>
        <p:grpSpPr>
          <a:xfrm>
            <a:off x="-94" y="1100"/>
            <a:ext cx="9144094" cy="570400"/>
            <a:chOff x="-94" y="1100"/>
            <a:chExt cx="9144094" cy="570400"/>
          </a:xfrm>
        </p:grpSpPr>
        <p:grpSp>
          <p:nvGrpSpPr>
            <p:cNvPr id="541" name="Google Shape;541;p11"/>
            <p:cNvGrpSpPr/>
            <p:nvPr/>
          </p:nvGrpSpPr>
          <p:grpSpPr>
            <a:xfrm>
              <a:off x="300" y="1100"/>
              <a:ext cx="9143700" cy="570400"/>
              <a:chOff x="300" y="1100"/>
              <a:chExt cx="9143700" cy="570400"/>
            </a:xfrm>
          </p:grpSpPr>
          <p:sp>
            <p:nvSpPr>
              <p:cNvPr id="542" name="Google Shape;542;p11"/>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3" name="Google Shape;543;p11"/>
              <p:cNvGrpSpPr/>
              <p:nvPr/>
            </p:nvGrpSpPr>
            <p:grpSpPr>
              <a:xfrm flipH="1">
                <a:off x="449825" y="1100"/>
                <a:ext cx="8244106" cy="515409"/>
                <a:chOff x="720050" y="0"/>
                <a:chExt cx="7704052" cy="481646"/>
              </a:xfrm>
            </p:grpSpPr>
            <p:sp>
              <p:nvSpPr>
                <p:cNvPr id="544" name="Google Shape;544;p11"/>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1"/>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1"/>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1"/>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1"/>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1"/>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1"/>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1"/>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1"/>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1"/>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1"/>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1"/>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1"/>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1"/>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1"/>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1"/>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1"/>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1"/>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1"/>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1"/>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1"/>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1"/>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1"/>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1"/>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1"/>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1"/>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1"/>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1"/>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1"/>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1"/>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1"/>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1"/>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1"/>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1"/>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1"/>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1"/>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1"/>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1"/>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1"/>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1"/>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1"/>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1"/>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1"/>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1"/>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1"/>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1"/>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1"/>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1"/>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1"/>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1"/>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1"/>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1"/>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1"/>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1"/>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1"/>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1"/>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1"/>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1"/>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1"/>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1"/>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1"/>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1"/>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1"/>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1"/>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8" name="Google Shape;608;p11"/>
            <p:cNvGrpSpPr/>
            <p:nvPr/>
          </p:nvGrpSpPr>
          <p:grpSpPr>
            <a:xfrm flipH="1">
              <a:off x="-94" y="1100"/>
              <a:ext cx="449926" cy="515409"/>
              <a:chOff x="7942458" y="0"/>
              <a:chExt cx="420452" cy="481646"/>
            </a:xfrm>
          </p:grpSpPr>
          <p:sp>
            <p:nvSpPr>
              <p:cNvPr id="609" name="Google Shape;609;p11"/>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1"/>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1"/>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1"/>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3" name="Google Shape;613;p11"/>
            <p:cNvGrpSpPr/>
            <p:nvPr/>
          </p:nvGrpSpPr>
          <p:grpSpPr>
            <a:xfrm flipH="1">
              <a:off x="8693950" y="1100"/>
              <a:ext cx="449923" cy="515409"/>
              <a:chOff x="8003652" y="0"/>
              <a:chExt cx="420450" cy="481646"/>
            </a:xfrm>
          </p:grpSpPr>
          <p:sp>
            <p:nvSpPr>
              <p:cNvPr id="614" name="Google Shape;614;p11"/>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1"/>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1"/>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1"/>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18" name="Google Shape;618;p11"/>
          <p:cNvSpPr txBox="1"/>
          <p:nvPr>
            <p:ph hasCustomPrompt="1" type="title"/>
          </p:nvPr>
        </p:nvSpPr>
        <p:spPr>
          <a:xfrm>
            <a:off x="720000" y="1018200"/>
            <a:ext cx="7704000" cy="15732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01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19" name="Google Shape;619;p11"/>
          <p:cNvSpPr txBox="1"/>
          <p:nvPr>
            <p:ph idx="1" type="subTitle"/>
          </p:nvPr>
        </p:nvSpPr>
        <p:spPr>
          <a:xfrm>
            <a:off x="720000" y="2701425"/>
            <a:ext cx="7704000" cy="48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400"/>
              <a:buNone/>
              <a:defRPr sz="1800">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620" name="Shape 62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621" name="Shape 621"/>
        <p:cNvGrpSpPr/>
        <p:nvPr/>
      </p:nvGrpSpPr>
      <p:grpSpPr>
        <a:xfrm>
          <a:off x="0" y="0"/>
          <a:ext cx="0" cy="0"/>
          <a:chOff x="0" y="0"/>
          <a:chExt cx="0" cy="0"/>
        </a:xfrm>
      </p:grpSpPr>
      <p:sp>
        <p:nvSpPr>
          <p:cNvPr id="622" name="Google Shape;622;p13"/>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atin typeface="Krona One"/>
                <a:ea typeface="Krona One"/>
                <a:cs typeface="Krona One"/>
                <a:sym typeface="Krona 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3" name="Google Shape;623;p13"/>
          <p:cNvSpPr txBox="1"/>
          <p:nvPr>
            <p:ph hasCustomPrompt="1" idx="2" type="title"/>
          </p:nvPr>
        </p:nvSpPr>
        <p:spPr>
          <a:xfrm>
            <a:off x="949088" y="1653675"/>
            <a:ext cx="838800" cy="8406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lt1"/>
                </a:solidFill>
                <a:latin typeface="Krona One"/>
                <a:ea typeface="Krona One"/>
                <a:cs typeface="Krona One"/>
                <a:sym typeface="Krona 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24" name="Google Shape;624;p13"/>
          <p:cNvSpPr txBox="1"/>
          <p:nvPr>
            <p:ph idx="3" type="title"/>
          </p:nvPr>
        </p:nvSpPr>
        <p:spPr>
          <a:xfrm>
            <a:off x="1940287" y="1653675"/>
            <a:ext cx="2347500" cy="3483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25" name="Google Shape;625;p13"/>
          <p:cNvSpPr txBox="1"/>
          <p:nvPr>
            <p:ph idx="1" type="subTitle"/>
          </p:nvPr>
        </p:nvSpPr>
        <p:spPr>
          <a:xfrm>
            <a:off x="1940287" y="1996975"/>
            <a:ext cx="2347500" cy="49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atin typeface="Jost"/>
                <a:ea typeface="Jost"/>
                <a:cs typeface="Jost"/>
                <a:sym typeface="Jos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626" name="Google Shape;626;p13"/>
          <p:cNvSpPr txBox="1"/>
          <p:nvPr>
            <p:ph hasCustomPrompt="1" idx="4" type="title"/>
          </p:nvPr>
        </p:nvSpPr>
        <p:spPr>
          <a:xfrm>
            <a:off x="949088" y="3260400"/>
            <a:ext cx="838800" cy="8388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lt1"/>
                </a:solidFill>
                <a:latin typeface="Krona One"/>
                <a:ea typeface="Krona One"/>
                <a:cs typeface="Krona One"/>
                <a:sym typeface="Krona 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27" name="Google Shape;627;p13"/>
          <p:cNvSpPr txBox="1"/>
          <p:nvPr>
            <p:ph idx="5" type="title"/>
          </p:nvPr>
        </p:nvSpPr>
        <p:spPr>
          <a:xfrm>
            <a:off x="1940287" y="3259050"/>
            <a:ext cx="2347500" cy="3483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28" name="Google Shape;628;p13"/>
          <p:cNvSpPr txBox="1"/>
          <p:nvPr>
            <p:ph idx="6" type="subTitle"/>
          </p:nvPr>
        </p:nvSpPr>
        <p:spPr>
          <a:xfrm>
            <a:off x="1940287" y="3602350"/>
            <a:ext cx="2347500" cy="49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atin typeface="Jost"/>
                <a:ea typeface="Jost"/>
                <a:cs typeface="Jost"/>
                <a:sym typeface="Jos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629" name="Google Shape;629;p13"/>
          <p:cNvSpPr txBox="1"/>
          <p:nvPr>
            <p:ph hasCustomPrompt="1" idx="7" type="title"/>
          </p:nvPr>
        </p:nvSpPr>
        <p:spPr>
          <a:xfrm>
            <a:off x="4856212" y="1651100"/>
            <a:ext cx="838800" cy="8388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lt1"/>
                </a:solidFill>
                <a:latin typeface="Krona One"/>
                <a:ea typeface="Krona One"/>
                <a:cs typeface="Krona One"/>
                <a:sym typeface="Krona 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30" name="Google Shape;630;p13"/>
          <p:cNvSpPr txBox="1"/>
          <p:nvPr>
            <p:ph idx="8" type="title"/>
          </p:nvPr>
        </p:nvSpPr>
        <p:spPr>
          <a:xfrm>
            <a:off x="5847412" y="1653675"/>
            <a:ext cx="2347500" cy="3483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31" name="Google Shape;631;p13"/>
          <p:cNvSpPr txBox="1"/>
          <p:nvPr>
            <p:ph idx="9" type="subTitle"/>
          </p:nvPr>
        </p:nvSpPr>
        <p:spPr>
          <a:xfrm>
            <a:off x="5847412" y="1996974"/>
            <a:ext cx="2347500" cy="49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atin typeface="Jost"/>
                <a:ea typeface="Jost"/>
                <a:cs typeface="Jost"/>
                <a:sym typeface="Jos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632" name="Google Shape;632;p13"/>
          <p:cNvSpPr txBox="1"/>
          <p:nvPr>
            <p:ph hasCustomPrompt="1" idx="13" type="title"/>
          </p:nvPr>
        </p:nvSpPr>
        <p:spPr>
          <a:xfrm>
            <a:off x="4857812" y="3260400"/>
            <a:ext cx="838800" cy="8388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lt1"/>
                </a:solidFill>
                <a:latin typeface="Krona One"/>
                <a:ea typeface="Krona One"/>
                <a:cs typeface="Krona One"/>
                <a:sym typeface="Krona 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33" name="Google Shape;633;p13"/>
          <p:cNvSpPr txBox="1"/>
          <p:nvPr>
            <p:ph idx="14" type="title"/>
          </p:nvPr>
        </p:nvSpPr>
        <p:spPr>
          <a:xfrm>
            <a:off x="5847412" y="3259051"/>
            <a:ext cx="2347500" cy="3483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34" name="Google Shape;634;p13"/>
          <p:cNvSpPr txBox="1"/>
          <p:nvPr>
            <p:ph idx="15" type="subTitle"/>
          </p:nvPr>
        </p:nvSpPr>
        <p:spPr>
          <a:xfrm>
            <a:off x="5847412" y="3602350"/>
            <a:ext cx="2347500" cy="49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atin typeface="Jost"/>
                <a:ea typeface="Jost"/>
                <a:cs typeface="Jost"/>
                <a:sym typeface="Jos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grpSp>
        <p:nvGrpSpPr>
          <p:cNvPr id="635" name="Google Shape;635;p13"/>
          <p:cNvGrpSpPr/>
          <p:nvPr/>
        </p:nvGrpSpPr>
        <p:grpSpPr>
          <a:xfrm>
            <a:off x="-16750" y="0"/>
            <a:ext cx="9177500" cy="5143500"/>
            <a:chOff x="-16750" y="0"/>
            <a:chExt cx="9177500" cy="5143500"/>
          </a:xfrm>
        </p:grpSpPr>
        <p:grpSp>
          <p:nvGrpSpPr>
            <p:cNvPr id="636" name="Google Shape;636;p13"/>
            <p:cNvGrpSpPr/>
            <p:nvPr/>
          </p:nvGrpSpPr>
          <p:grpSpPr>
            <a:xfrm flipH="1" rot="10800000">
              <a:off x="8693950" y="0"/>
              <a:ext cx="466800" cy="5143500"/>
              <a:chOff x="-16750" y="0"/>
              <a:chExt cx="466800" cy="5143500"/>
            </a:xfrm>
          </p:grpSpPr>
          <p:sp>
            <p:nvSpPr>
              <p:cNvPr id="637" name="Google Shape;637;p13"/>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3"/>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3"/>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3"/>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3"/>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3"/>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3"/>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3"/>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3"/>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 name="Google Shape;646;p13"/>
            <p:cNvGrpSpPr/>
            <p:nvPr/>
          </p:nvGrpSpPr>
          <p:grpSpPr>
            <a:xfrm>
              <a:off x="-16750" y="0"/>
              <a:ext cx="466800" cy="5143500"/>
              <a:chOff x="-16750" y="0"/>
              <a:chExt cx="466800" cy="5143500"/>
            </a:xfrm>
          </p:grpSpPr>
          <p:sp>
            <p:nvSpPr>
              <p:cNvPr id="647" name="Google Shape;647;p13"/>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3"/>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3"/>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3"/>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3"/>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3"/>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3"/>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3"/>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3"/>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656" name="Shape 656"/>
        <p:cNvGrpSpPr/>
        <p:nvPr/>
      </p:nvGrpSpPr>
      <p:grpSpPr>
        <a:xfrm>
          <a:off x="0" y="0"/>
          <a:ext cx="0" cy="0"/>
          <a:chOff x="0" y="0"/>
          <a:chExt cx="0" cy="0"/>
        </a:xfrm>
      </p:grpSpPr>
      <p:sp>
        <p:nvSpPr>
          <p:cNvPr id="657" name="Google Shape;657;p14"/>
          <p:cNvSpPr txBox="1"/>
          <p:nvPr>
            <p:ph type="title"/>
          </p:nvPr>
        </p:nvSpPr>
        <p:spPr>
          <a:xfrm>
            <a:off x="1316425" y="3357900"/>
            <a:ext cx="65112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0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658" name="Google Shape;658;p14"/>
          <p:cNvSpPr txBox="1"/>
          <p:nvPr>
            <p:ph idx="1" type="subTitle"/>
          </p:nvPr>
        </p:nvSpPr>
        <p:spPr>
          <a:xfrm>
            <a:off x="1316425" y="1437300"/>
            <a:ext cx="6511200" cy="176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3000">
                <a:solidFill>
                  <a:schemeClr val="dk1"/>
                </a:solidFill>
              </a:defRPr>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659" name="Google Shape;659;p14"/>
          <p:cNvGrpSpPr/>
          <p:nvPr/>
        </p:nvGrpSpPr>
        <p:grpSpPr>
          <a:xfrm>
            <a:off x="-94" y="1100"/>
            <a:ext cx="9144094" cy="570400"/>
            <a:chOff x="-94" y="1100"/>
            <a:chExt cx="9144094" cy="570400"/>
          </a:xfrm>
        </p:grpSpPr>
        <p:grpSp>
          <p:nvGrpSpPr>
            <p:cNvPr id="660" name="Google Shape;660;p14"/>
            <p:cNvGrpSpPr/>
            <p:nvPr/>
          </p:nvGrpSpPr>
          <p:grpSpPr>
            <a:xfrm>
              <a:off x="300" y="1100"/>
              <a:ext cx="9143700" cy="570400"/>
              <a:chOff x="300" y="1100"/>
              <a:chExt cx="9143700" cy="570400"/>
            </a:xfrm>
          </p:grpSpPr>
          <p:sp>
            <p:nvSpPr>
              <p:cNvPr id="661" name="Google Shape;661;p14"/>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2" name="Google Shape;662;p14"/>
              <p:cNvGrpSpPr/>
              <p:nvPr/>
            </p:nvGrpSpPr>
            <p:grpSpPr>
              <a:xfrm flipH="1">
                <a:off x="449825" y="1100"/>
                <a:ext cx="8244106" cy="515409"/>
                <a:chOff x="720050" y="0"/>
                <a:chExt cx="7704052" cy="481646"/>
              </a:xfrm>
            </p:grpSpPr>
            <p:sp>
              <p:nvSpPr>
                <p:cNvPr id="663" name="Google Shape;663;p14"/>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4"/>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4"/>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4"/>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4"/>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4"/>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4"/>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4"/>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4"/>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4"/>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4"/>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4"/>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4"/>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4"/>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4"/>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4"/>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4"/>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4"/>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4"/>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4"/>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4"/>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4"/>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4"/>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4"/>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4"/>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4"/>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4"/>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4"/>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4"/>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4"/>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4"/>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4"/>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4"/>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4"/>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4"/>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4"/>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4"/>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4"/>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4"/>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4"/>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4"/>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4"/>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4"/>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4"/>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4"/>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4"/>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4"/>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4"/>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4"/>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4"/>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4"/>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4"/>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4"/>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4"/>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4"/>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4"/>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4"/>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4"/>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4"/>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4"/>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4"/>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4"/>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4"/>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4"/>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7" name="Google Shape;727;p14"/>
            <p:cNvGrpSpPr/>
            <p:nvPr/>
          </p:nvGrpSpPr>
          <p:grpSpPr>
            <a:xfrm flipH="1">
              <a:off x="-94" y="1100"/>
              <a:ext cx="449926" cy="515409"/>
              <a:chOff x="7942458" y="0"/>
              <a:chExt cx="420452" cy="481646"/>
            </a:xfrm>
          </p:grpSpPr>
          <p:sp>
            <p:nvSpPr>
              <p:cNvPr id="728" name="Google Shape;728;p14"/>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4"/>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4"/>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4"/>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 name="Google Shape;732;p14"/>
            <p:cNvGrpSpPr/>
            <p:nvPr/>
          </p:nvGrpSpPr>
          <p:grpSpPr>
            <a:xfrm flipH="1">
              <a:off x="8693950" y="1100"/>
              <a:ext cx="449923" cy="515409"/>
              <a:chOff x="8003652" y="0"/>
              <a:chExt cx="420450" cy="481646"/>
            </a:xfrm>
          </p:grpSpPr>
          <p:sp>
            <p:nvSpPr>
              <p:cNvPr id="733" name="Google Shape;733;p14"/>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4"/>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4"/>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4"/>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37" name="Google Shape;737;p14"/>
          <p:cNvGrpSpPr/>
          <p:nvPr/>
        </p:nvGrpSpPr>
        <p:grpSpPr>
          <a:xfrm rot="10800000">
            <a:off x="-94" y="4573100"/>
            <a:ext cx="9144094" cy="570400"/>
            <a:chOff x="-94" y="1100"/>
            <a:chExt cx="9144094" cy="570400"/>
          </a:xfrm>
        </p:grpSpPr>
        <p:grpSp>
          <p:nvGrpSpPr>
            <p:cNvPr id="738" name="Google Shape;738;p14"/>
            <p:cNvGrpSpPr/>
            <p:nvPr/>
          </p:nvGrpSpPr>
          <p:grpSpPr>
            <a:xfrm>
              <a:off x="300" y="1100"/>
              <a:ext cx="9143700" cy="570400"/>
              <a:chOff x="300" y="1100"/>
              <a:chExt cx="9143700" cy="570400"/>
            </a:xfrm>
          </p:grpSpPr>
          <p:sp>
            <p:nvSpPr>
              <p:cNvPr id="739" name="Google Shape;739;p14"/>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0" name="Google Shape;740;p14"/>
              <p:cNvGrpSpPr/>
              <p:nvPr/>
            </p:nvGrpSpPr>
            <p:grpSpPr>
              <a:xfrm flipH="1">
                <a:off x="449825" y="1100"/>
                <a:ext cx="8244106" cy="515409"/>
                <a:chOff x="720050" y="0"/>
                <a:chExt cx="7704052" cy="481646"/>
              </a:xfrm>
            </p:grpSpPr>
            <p:sp>
              <p:nvSpPr>
                <p:cNvPr id="741" name="Google Shape;741;p14"/>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4"/>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4"/>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4"/>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4"/>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4"/>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4"/>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4"/>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4"/>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4"/>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4"/>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4"/>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4"/>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4"/>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4"/>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4"/>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4"/>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4"/>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4"/>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4"/>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4"/>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4"/>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4"/>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4"/>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4"/>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4"/>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4"/>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4"/>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4"/>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4"/>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4"/>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4"/>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4"/>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4"/>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4"/>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4"/>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4"/>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4"/>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4"/>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4"/>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4"/>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4"/>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4"/>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4"/>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4"/>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4"/>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4"/>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4"/>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4"/>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4"/>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4"/>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4"/>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4"/>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4"/>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4"/>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4"/>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4"/>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4"/>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4"/>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4"/>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4"/>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4"/>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4"/>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4"/>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5" name="Google Shape;805;p14"/>
            <p:cNvGrpSpPr/>
            <p:nvPr/>
          </p:nvGrpSpPr>
          <p:grpSpPr>
            <a:xfrm flipH="1">
              <a:off x="-94" y="1100"/>
              <a:ext cx="449926" cy="515409"/>
              <a:chOff x="7942458" y="0"/>
              <a:chExt cx="420452" cy="481646"/>
            </a:xfrm>
          </p:grpSpPr>
          <p:sp>
            <p:nvSpPr>
              <p:cNvPr id="806" name="Google Shape;806;p14"/>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4"/>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4"/>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4"/>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0" name="Google Shape;810;p14"/>
            <p:cNvGrpSpPr/>
            <p:nvPr/>
          </p:nvGrpSpPr>
          <p:grpSpPr>
            <a:xfrm flipH="1">
              <a:off x="8693950" y="1100"/>
              <a:ext cx="449923" cy="515409"/>
              <a:chOff x="8003652" y="0"/>
              <a:chExt cx="420450" cy="481646"/>
            </a:xfrm>
          </p:grpSpPr>
          <p:sp>
            <p:nvSpPr>
              <p:cNvPr id="811" name="Google Shape;811;p14"/>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4"/>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4"/>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4"/>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5">
    <p:spTree>
      <p:nvGrpSpPr>
        <p:cNvPr id="815" name="Shape 815"/>
        <p:cNvGrpSpPr/>
        <p:nvPr/>
      </p:nvGrpSpPr>
      <p:grpSpPr>
        <a:xfrm>
          <a:off x="0" y="0"/>
          <a:ext cx="0" cy="0"/>
          <a:chOff x="0" y="0"/>
          <a:chExt cx="0" cy="0"/>
        </a:xfrm>
      </p:grpSpPr>
      <p:sp>
        <p:nvSpPr>
          <p:cNvPr id="816" name="Google Shape;816;p15"/>
          <p:cNvSpPr txBox="1"/>
          <p:nvPr>
            <p:ph idx="1" type="subTitle"/>
          </p:nvPr>
        </p:nvSpPr>
        <p:spPr>
          <a:xfrm>
            <a:off x="3641711" y="2283094"/>
            <a:ext cx="2245500" cy="42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17" name="Google Shape;817;p15"/>
          <p:cNvSpPr txBox="1"/>
          <p:nvPr>
            <p:ph idx="2" type="subTitle"/>
          </p:nvPr>
        </p:nvSpPr>
        <p:spPr>
          <a:xfrm>
            <a:off x="6033439" y="2283094"/>
            <a:ext cx="2245500" cy="42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18" name="Google Shape;818;p15"/>
          <p:cNvSpPr txBox="1"/>
          <p:nvPr>
            <p:ph hasCustomPrompt="1" type="title"/>
          </p:nvPr>
        </p:nvSpPr>
        <p:spPr>
          <a:xfrm>
            <a:off x="3641711" y="1836774"/>
            <a:ext cx="2245500" cy="420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None/>
              <a:defRPr sz="3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19" name="Google Shape;819;p15"/>
          <p:cNvSpPr txBox="1"/>
          <p:nvPr>
            <p:ph hasCustomPrompt="1" idx="3" type="title"/>
          </p:nvPr>
        </p:nvSpPr>
        <p:spPr>
          <a:xfrm>
            <a:off x="6033439" y="1836774"/>
            <a:ext cx="2245500" cy="420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None/>
              <a:defRPr sz="3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20" name="Google Shape;820;p15"/>
          <p:cNvSpPr txBox="1"/>
          <p:nvPr>
            <p:ph idx="4" type="subTitle"/>
          </p:nvPr>
        </p:nvSpPr>
        <p:spPr>
          <a:xfrm>
            <a:off x="3641711" y="3348080"/>
            <a:ext cx="2245500" cy="42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21" name="Google Shape;821;p15"/>
          <p:cNvSpPr txBox="1"/>
          <p:nvPr>
            <p:ph idx="5" type="subTitle"/>
          </p:nvPr>
        </p:nvSpPr>
        <p:spPr>
          <a:xfrm>
            <a:off x="6033437" y="3348080"/>
            <a:ext cx="2245500" cy="42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22" name="Google Shape;822;p15"/>
          <p:cNvSpPr txBox="1"/>
          <p:nvPr>
            <p:ph hasCustomPrompt="1" idx="6" type="title"/>
          </p:nvPr>
        </p:nvSpPr>
        <p:spPr>
          <a:xfrm>
            <a:off x="3641711" y="2922976"/>
            <a:ext cx="2245500" cy="420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None/>
              <a:defRPr sz="3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23" name="Google Shape;823;p15"/>
          <p:cNvSpPr txBox="1"/>
          <p:nvPr>
            <p:ph hasCustomPrompt="1" idx="7" type="title"/>
          </p:nvPr>
        </p:nvSpPr>
        <p:spPr>
          <a:xfrm>
            <a:off x="6033439" y="2922976"/>
            <a:ext cx="2245500" cy="420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None/>
              <a:defRPr sz="3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24" name="Google Shape;824;p15"/>
          <p:cNvSpPr txBox="1"/>
          <p:nvPr>
            <p:ph idx="8" type="subTitle"/>
          </p:nvPr>
        </p:nvSpPr>
        <p:spPr>
          <a:xfrm>
            <a:off x="865061" y="2283075"/>
            <a:ext cx="2630400" cy="148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25" name="Google Shape;825;p15"/>
          <p:cNvSpPr txBox="1"/>
          <p:nvPr>
            <p:ph idx="9" type="title"/>
          </p:nvPr>
        </p:nvSpPr>
        <p:spPr>
          <a:xfrm>
            <a:off x="720000" y="5400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826" name="Google Shape;826;p15"/>
          <p:cNvGrpSpPr/>
          <p:nvPr/>
        </p:nvGrpSpPr>
        <p:grpSpPr>
          <a:xfrm>
            <a:off x="-16750" y="0"/>
            <a:ext cx="9177500" cy="5143500"/>
            <a:chOff x="-16750" y="0"/>
            <a:chExt cx="9177500" cy="5143500"/>
          </a:xfrm>
        </p:grpSpPr>
        <p:grpSp>
          <p:nvGrpSpPr>
            <p:cNvPr id="827" name="Google Shape;827;p15"/>
            <p:cNvGrpSpPr/>
            <p:nvPr/>
          </p:nvGrpSpPr>
          <p:grpSpPr>
            <a:xfrm flipH="1" rot="10800000">
              <a:off x="8693950" y="0"/>
              <a:ext cx="466800" cy="5143500"/>
              <a:chOff x="-16750" y="0"/>
              <a:chExt cx="466800" cy="5143500"/>
            </a:xfrm>
          </p:grpSpPr>
          <p:sp>
            <p:nvSpPr>
              <p:cNvPr id="828" name="Google Shape;828;p15"/>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5"/>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5"/>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5"/>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5"/>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5"/>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5"/>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5"/>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5"/>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7" name="Google Shape;837;p15"/>
            <p:cNvGrpSpPr/>
            <p:nvPr/>
          </p:nvGrpSpPr>
          <p:grpSpPr>
            <a:xfrm>
              <a:off x="-16750" y="0"/>
              <a:ext cx="466800" cy="5143500"/>
              <a:chOff x="-16750" y="0"/>
              <a:chExt cx="466800" cy="5143500"/>
            </a:xfrm>
          </p:grpSpPr>
          <p:sp>
            <p:nvSpPr>
              <p:cNvPr id="838" name="Google Shape;838;p15"/>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5"/>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5"/>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5"/>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5"/>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5"/>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5"/>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5"/>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5"/>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47" name="Google Shape;847;p15"/>
          <p:cNvSpPr txBox="1"/>
          <p:nvPr>
            <p:ph idx="13" type="subTitle"/>
          </p:nvPr>
        </p:nvSpPr>
        <p:spPr>
          <a:xfrm>
            <a:off x="865061" y="1795950"/>
            <a:ext cx="2630400" cy="42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Krona One"/>
              <a:buNone/>
              <a:defRPr sz="1800">
                <a:latin typeface="Krona One"/>
                <a:ea typeface="Krona One"/>
                <a:cs typeface="Krona One"/>
                <a:sym typeface="Krona One"/>
              </a:defRPr>
            </a:lvl1pPr>
            <a:lvl2pPr lvl="1"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2pPr>
            <a:lvl3pPr lvl="2"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3pPr>
            <a:lvl4pPr lvl="3"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4pPr>
            <a:lvl5pPr lvl="4"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5pPr>
            <a:lvl6pPr lvl="5"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6pPr>
            <a:lvl7pPr lvl="6"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7pPr>
            <a:lvl8pPr lvl="7"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8pPr>
            <a:lvl9pPr lvl="8"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848" name="Shape 848"/>
        <p:cNvGrpSpPr/>
        <p:nvPr/>
      </p:nvGrpSpPr>
      <p:grpSpPr>
        <a:xfrm>
          <a:off x="0" y="0"/>
          <a:ext cx="0" cy="0"/>
          <a:chOff x="0" y="0"/>
          <a:chExt cx="0" cy="0"/>
        </a:xfrm>
      </p:grpSpPr>
      <p:sp>
        <p:nvSpPr>
          <p:cNvPr id="849" name="Google Shape;849;p16"/>
          <p:cNvSpPr txBox="1"/>
          <p:nvPr>
            <p:ph type="title"/>
          </p:nvPr>
        </p:nvSpPr>
        <p:spPr>
          <a:xfrm>
            <a:off x="857725" y="2751938"/>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850" name="Google Shape;850;p16"/>
          <p:cNvSpPr txBox="1"/>
          <p:nvPr>
            <p:ph idx="1" type="subTitle"/>
          </p:nvPr>
        </p:nvSpPr>
        <p:spPr>
          <a:xfrm>
            <a:off x="857725" y="3154602"/>
            <a:ext cx="2245500" cy="76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51" name="Google Shape;851;p16"/>
          <p:cNvSpPr txBox="1"/>
          <p:nvPr>
            <p:ph idx="2" type="title"/>
          </p:nvPr>
        </p:nvSpPr>
        <p:spPr>
          <a:xfrm>
            <a:off x="6040775" y="2751938"/>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852" name="Google Shape;852;p16"/>
          <p:cNvSpPr txBox="1"/>
          <p:nvPr>
            <p:ph idx="3" type="subTitle"/>
          </p:nvPr>
        </p:nvSpPr>
        <p:spPr>
          <a:xfrm>
            <a:off x="6040775" y="3154602"/>
            <a:ext cx="2245500" cy="76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53" name="Google Shape;853;p16"/>
          <p:cNvSpPr txBox="1"/>
          <p:nvPr>
            <p:ph idx="4" type="title"/>
          </p:nvPr>
        </p:nvSpPr>
        <p:spPr>
          <a:xfrm>
            <a:off x="3449250" y="2751938"/>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854" name="Google Shape;854;p16"/>
          <p:cNvSpPr txBox="1"/>
          <p:nvPr>
            <p:ph idx="5" type="subTitle"/>
          </p:nvPr>
        </p:nvSpPr>
        <p:spPr>
          <a:xfrm>
            <a:off x="3449250" y="3154602"/>
            <a:ext cx="2245500" cy="76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55" name="Google Shape;855;p16"/>
          <p:cNvSpPr txBox="1"/>
          <p:nvPr>
            <p:ph idx="6" type="title"/>
          </p:nvPr>
        </p:nvSpPr>
        <p:spPr>
          <a:xfrm>
            <a:off x="720000" y="5400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856" name="Google Shape;856;p16"/>
          <p:cNvGrpSpPr/>
          <p:nvPr/>
        </p:nvGrpSpPr>
        <p:grpSpPr>
          <a:xfrm>
            <a:off x="-16750" y="0"/>
            <a:ext cx="9177500" cy="5143500"/>
            <a:chOff x="-16750" y="0"/>
            <a:chExt cx="9177500" cy="5143500"/>
          </a:xfrm>
        </p:grpSpPr>
        <p:grpSp>
          <p:nvGrpSpPr>
            <p:cNvPr id="857" name="Google Shape;857;p16"/>
            <p:cNvGrpSpPr/>
            <p:nvPr/>
          </p:nvGrpSpPr>
          <p:grpSpPr>
            <a:xfrm flipH="1" rot="10800000">
              <a:off x="8693950" y="0"/>
              <a:ext cx="466800" cy="5143500"/>
              <a:chOff x="-16750" y="0"/>
              <a:chExt cx="466800" cy="5143500"/>
            </a:xfrm>
          </p:grpSpPr>
          <p:sp>
            <p:nvSpPr>
              <p:cNvPr id="858" name="Google Shape;858;p16"/>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6"/>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6"/>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6"/>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6"/>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6"/>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6"/>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6"/>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6"/>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7" name="Google Shape;867;p16"/>
            <p:cNvGrpSpPr/>
            <p:nvPr/>
          </p:nvGrpSpPr>
          <p:grpSpPr>
            <a:xfrm>
              <a:off x="-16750" y="0"/>
              <a:ext cx="466800" cy="5143500"/>
              <a:chOff x="-16750" y="0"/>
              <a:chExt cx="466800" cy="5143500"/>
            </a:xfrm>
          </p:grpSpPr>
          <p:sp>
            <p:nvSpPr>
              <p:cNvPr id="868" name="Google Shape;868;p16"/>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6"/>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6"/>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6"/>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6"/>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6"/>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6"/>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6"/>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6"/>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_1">
    <p:spTree>
      <p:nvGrpSpPr>
        <p:cNvPr id="877" name="Shape 877"/>
        <p:cNvGrpSpPr/>
        <p:nvPr/>
      </p:nvGrpSpPr>
      <p:grpSpPr>
        <a:xfrm>
          <a:off x="0" y="0"/>
          <a:ext cx="0" cy="0"/>
          <a:chOff x="0" y="0"/>
          <a:chExt cx="0" cy="0"/>
        </a:xfrm>
      </p:grpSpPr>
      <p:sp>
        <p:nvSpPr>
          <p:cNvPr id="878" name="Google Shape;878;p17"/>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79" name="Google Shape;879;p17"/>
          <p:cNvSpPr txBox="1"/>
          <p:nvPr>
            <p:ph idx="2" type="title"/>
          </p:nvPr>
        </p:nvSpPr>
        <p:spPr>
          <a:xfrm>
            <a:off x="5952819" y="3537000"/>
            <a:ext cx="2471100" cy="3720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spcBef>
                <a:spcPts val="0"/>
              </a:spcBef>
              <a:spcAft>
                <a:spcPts val="0"/>
              </a:spcAft>
              <a:buSzPts val="1800"/>
              <a:buFont typeface="Krona One"/>
              <a:buNone/>
              <a:defRPr sz="1800">
                <a:latin typeface="Krona One"/>
                <a:ea typeface="Krona One"/>
                <a:cs typeface="Krona One"/>
                <a:sym typeface="Krona One"/>
              </a:defRPr>
            </a:lvl2pPr>
            <a:lvl3pPr lvl="2" rtl="0">
              <a:spcBef>
                <a:spcPts val="0"/>
              </a:spcBef>
              <a:spcAft>
                <a:spcPts val="0"/>
              </a:spcAft>
              <a:buSzPts val="1800"/>
              <a:buFont typeface="Krona One"/>
              <a:buNone/>
              <a:defRPr sz="1800">
                <a:latin typeface="Krona One"/>
                <a:ea typeface="Krona One"/>
                <a:cs typeface="Krona One"/>
                <a:sym typeface="Krona One"/>
              </a:defRPr>
            </a:lvl3pPr>
            <a:lvl4pPr lvl="3" rtl="0">
              <a:spcBef>
                <a:spcPts val="0"/>
              </a:spcBef>
              <a:spcAft>
                <a:spcPts val="0"/>
              </a:spcAft>
              <a:buSzPts val="1800"/>
              <a:buFont typeface="Krona One"/>
              <a:buNone/>
              <a:defRPr sz="1800">
                <a:latin typeface="Krona One"/>
                <a:ea typeface="Krona One"/>
                <a:cs typeface="Krona One"/>
                <a:sym typeface="Krona One"/>
              </a:defRPr>
            </a:lvl4pPr>
            <a:lvl5pPr lvl="4" rtl="0">
              <a:spcBef>
                <a:spcPts val="0"/>
              </a:spcBef>
              <a:spcAft>
                <a:spcPts val="0"/>
              </a:spcAft>
              <a:buSzPts val="1800"/>
              <a:buFont typeface="Krona One"/>
              <a:buNone/>
              <a:defRPr sz="1800">
                <a:latin typeface="Krona One"/>
                <a:ea typeface="Krona One"/>
                <a:cs typeface="Krona One"/>
                <a:sym typeface="Krona One"/>
              </a:defRPr>
            </a:lvl5pPr>
            <a:lvl6pPr lvl="5" rtl="0">
              <a:spcBef>
                <a:spcPts val="0"/>
              </a:spcBef>
              <a:spcAft>
                <a:spcPts val="0"/>
              </a:spcAft>
              <a:buSzPts val="1800"/>
              <a:buFont typeface="Krona One"/>
              <a:buNone/>
              <a:defRPr sz="1800">
                <a:latin typeface="Krona One"/>
                <a:ea typeface="Krona One"/>
                <a:cs typeface="Krona One"/>
                <a:sym typeface="Krona One"/>
              </a:defRPr>
            </a:lvl6pPr>
            <a:lvl7pPr lvl="6" rtl="0">
              <a:spcBef>
                <a:spcPts val="0"/>
              </a:spcBef>
              <a:spcAft>
                <a:spcPts val="0"/>
              </a:spcAft>
              <a:buSzPts val="1800"/>
              <a:buFont typeface="Krona One"/>
              <a:buNone/>
              <a:defRPr sz="1800">
                <a:latin typeface="Krona One"/>
                <a:ea typeface="Krona One"/>
                <a:cs typeface="Krona One"/>
                <a:sym typeface="Krona One"/>
              </a:defRPr>
            </a:lvl7pPr>
            <a:lvl8pPr lvl="7" rtl="0">
              <a:spcBef>
                <a:spcPts val="0"/>
              </a:spcBef>
              <a:spcAft>
                <a:spcPts val="0"/>
              </a:spcAft>
              <a:buSzPts val="1800"/>
              <a:buFont typeface="Krona One"/>
              <a:buNone/>
              <a:defRPr sz="1800">
                <a:latin typeface="Krona One"/>
                <a:ea typeface="Krona One"/>
                <a:cs typeface="Krona One"/>
                <a:sym typeface="Krona One"/>
              </a:defRPr>
            </a:lvl8pPr>
            <a:lvl9pPr lvl="8" rtl="0">
              <a:spcBef>
                <a:spcPts val="0"/>
              </a:spcBef>
              <a:spcAft>
                <a:spcPts val="0"/>
              </a:spcAft>
              <a:buSzPts val="1800"/>
              <a:buFont typeface="Krona One"/>
              <a:buNone/>
              <a:defRPr sz="1800">
                <a:latin typeface="Krona One"/>
                <a:ea typeface="Krona One"/>
                <a:cs typeface="Krona One"/>
                <a:sym typeface="Krona One"/>
              </a:defRPr>
            </a:lvl9pPr>
          </a:lstStyle>
          <a:p/>
        </p:txBody>
      </p:sp>
      <p:sp>
        <p:nvSpPr>
          <p:cNvPr id="880" name="Google Shape;880;p17"/>
          <p:cNvSpPr txBox="1"/>
          <p:nvPr>
            <p:ph idx="3" type="title"/>
          </p:nvPr>
        </p:nvSpPr>
        <p:spPr>
          <a:xfrm>
            <a:off x="720081" y="3537000"/>
            <a:ext cx="2471100" cy="3720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spcBef>
                <a:spcPts val="0"/>
              </a:spcBef>
              <a:spcAft>
                <a:spcPts val="0"/>
              </a:spcAft>
              <a:buSzPts val="1800"/>
              <a:buFont typeface="Krona One"/>
              <a:buNone/>
              <a:defRPr sz="1800">
                <a:latin typeface="Krona One"/>
                <a:ea typeface="Krona One"/>
                <a:cs typeface="Krona One"/>
                <a:sym typeface="Krona One"/>
              </a:defRPr>
            </a:lvl2pPr>
            <a:lvl3pPr lvl="2" rtl="0">
              <a:spcBef>
                <a:spcPts val="0"/>
              </a:spcBef>
              <a:spcAft>
                <a:spcPts val="0"/>
              </a:spcAft>
              <a:buSzPts val="1800"/>
              <a:buFont typeface="Krona One"/>
              <a:buNone/>
              <a:defRPr sz="1800">
                <a:latin typeface="Krona One"/>
                <a:ea typeface="Krona One"/>
                <a:cs typeface="Krona One"/>
                <a:sym typeface="Krona One"/>
              </a:defRPr>
            </a:lvl3pPr>
            <a:lvl4pPr lvl="3" rtl="0">
              <a:spcBef>
                <a:spcPts val="0"/>
              </a:spcBef>
              <a:spcAft>
                <a:spcPts val="0"/>
              </a:spcAft>
              <a:buSzPts val="1800"/>
              <a:buFont typeface="Krona One"/>
              <a:buNone/>
              <a:defRPr sz="1800">
                <a:latin typeface="Krona One"/>
                <a:ea typeface="Krona One"/>
                <a:cs typeface="Krona One"/>
                <a:sym typeface="Krona One"/>
              </a:defRPr>
            </a:lvl4pPr>
            <a:lvl5pPr lvl="4" rtl="0">
              <a:spcBef>
                <a:spcPts val="0"/>
              </a:spcBef>
              <a:spcAft>
                <a:spcPts val="0"/>
              </a:spcAft>
              <a:buSzPts val="1800"/>
              <a:buFont typeface="Krona One"/>
              <a:buNone/>
              <a:defRPr sz="1800">
                <a:latin typeface="Krona One"/>
                <a:ea typeface="Krona One"/>
                <a:cs typeface="Krona One"/>
                <a:sym typeface="Krona One"/>
              </a:defRPr>
            </a:lvl5pPr>
            <a:lvl6pPr lvl="5" rtl="0">
              <a:spcBef>
                <a:spcPts val="0"/>
              </a:spcBef>
              <a:spcAft>
                <a:spcPts val="0"/>
              </a:spcAft>
              <a:buSzPts val="1800"/>
              <a:buFont typeface="Krona One"/>
              <a:buNone/>
              <a:defRPr sz="1800">
                <a:latin typeface="Krona One"/>
                <a:ea typeface="Krona One"/>
                <a:cs typeface="Krona One"/>
                <a:sym typeface="Krona One"/>
              </a:defRPr>
            </a:lvl6pPr>
            <a:lvl7pPr lvl="6" rtl="0">
              <a:spcBef>
                <a:spcPts val="0"/>
              </a:spcBef>
              <a:spcAft>
                <a:spcPts val="0"/>
              </a:spcAft>
              <a:buSzPts val="1800"/>
              <a:buFont typeface="Krona One"/>
              <a:buNone/>
              <a:defRPr sz="1800">
                <a:latin typeface="Krona One"/>
                <a:ea typeface="Krona One"/>
                <a:cs typeface="Krona One"/>
                <a:sym typeface="Krona One"/>
              </a:defRPr>
            </a:lvl7pPr>
            <a:lvl8pPr lvl="7" rtl="0">
              <a:spcBef>
                <a:spcPts val="0"/>
              </a:spcBef>
              <a:spcAft>
                <a:spcPts val="0"/>
              </a:spcAft>
              <a:buSzPts val="1800"/>
              <a:buFont typeface="Krona One"/>
              <a:buNone/>
              <a:defRPr sz="1800">
                <a:latin typeface="Krona One"/>
                <a:ea typeface="Krona One"/>
                <a:cs typeface="Krona One"/>
                <a:sym typeface="Krona One"/>
              </a:defRPr>
            </a:lvl8pPr>
            <a:lvl9pPr lvl="8" rtl="0">
              <a:spcBef>
                <a:spcPts val="0"/>
              </a:spcBef>
              <a:spcAft>
                <a:spcPts val="0"/>
              </a:spcAft>
              <a:buSzPts val="1800"/>
              <a:buFont typeface="Krona One"/>
              <a:buNone/>
              <a:defRPr sz="1800">
                <a:latin typeface="Krona One"/>
                <a:ea typeface="Krona One"/>
                <a:cs typeface="Krona One"/>
                <a:sym typeface="Krona One"/>
              </a:defRPr>
            </a:lvl9pPr>
          </a:lstStyle>
          <a:p/>
        </p:txBody>
      </p:sp>
      <p:sp>
        <p:nvSpPr>
          <p:cNvPr id="881" name="Google Shape;881;p17"/>
          <p:cNvSpPr txBox="1"/>
          <p:nvPr>
            <p:ph idx="1" type="subTitle"/>
          </p:nvPr>
        </p:nvSpPr>
        <p:spPr>
          <a:xfrm>
            <a:off x="5952819" y="3933600"/>
            <a:ext cx="2471100" cy="441300"/>
          </a:xfrm>
          <a:prstGeom prst="rect">
            <a:avLst/>
          </a:prstGeom>
          <a:noFill/>
          <a:ln>
            <a:noFill/>
          </a:ln>
        </p:spPr>
        <p:txBody>
          <a:bodyPr anchorCtr="0" anchor="t" bIns="0" lIns="91425" spcFirstLastPara="1" rIns="91425" wrap="square" tIns="0">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82" name="Google Shape;882;p17"/>
          <p:cNvSpPr txBox="1"/>
          <p:nvPr>
            <p:ph idx="4" type="subTitle"/>
          </p:nvPr>
        </p:nvSpPr>
        <p:spPr>
          <a:xfrm>
            <a:off x="720081" y="3933600"/>
            <a:ext cx="2471100" cy="441300"/>
          </a:xfrm>
          <a:prstGeom prst="rect">
            <a:avLst/>
          </a:prstGeom>
          <a:noFill/>
          <a:ln>
            <a:noFill/>
          </a:ln>
        </p:spPr>
        <p:txBody>
          <a:bodyPr anchorCtr="0" anchor="t" bIns="0" lIns="91425" spcFirstLastPara="1" rIns="91425" wrap="square" tIns="0">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83" name="Google Shape;883;p17"/>
          <p:cNvSpPr txBox="1"/>
          <p:nvPr>
            <p:ph idx="5" type="title"/>
          </p:nvPr>
        </p:nvSpPr>
        <p:spPr>
          <a:xfrm>
            <a:off x="3336450" y="3537000"/>
            <a:ext cx="2471100" cy="3720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spcBef>
                <a:spcPts val="0"/>
              </a:spcBef>
              <a:spcAft>
                <a:spcPts val="0"/>
              </a:spcAft>
              <a:buSzPts val="1800"/>
              <a:buFont typeface="Krona One"/>
              <a:buNone/>
              <a:defRPr sz="1800">
                <a:latin typeface="Krona One"/>
                <a:ea typeface="Krona One"/>
                <a:cs typeface="Krona One"/>
                <a:sym typeface="Krona One"/>
              </a:defRPr>
            </a:lvl2pPr>
            <a:lvl3pPr lvl="2" rtl="0">
              <a:spcBef>
                <a:spcPts val="0"/>
              </a:spcBef>
              <a:spcAft>
                <a:spcPts val="0"/>
              </a:spcAft>
              <a:buSzPts val="1800"/>
              <a:buFont typeface="Krona One"/>
              <a:buNone/>
              <a:defRPr sz="1800">
                <a:latin typeface="Krona One"/>
                <a:ea typeface="Krona One"/>
                <a:cs typeface="Krona One"/>
                <a:sym typeface="Krona One"/>
              </a:defRPr>
            </a:lvl3pPr>
            <a:lvl4pPr lvl="3" rtl="0">
              <a:spcBef>
                <a:spcPts val="0"/>
              </a:spcBef>
              <a:spcAft>
                <a:spcPts val="0"/>
              </a:spcAft>
              <a:buSzPts val="1800"/>
              <a:buFont typeface="Krona One"/>
              <a:buNone/>
              <a:defRPr sz="1800">
                <a:latin typeface="Krona One"/>
                <a:ea typeface="Krona One"/>
                <a:cs typeface="Krona One"/>
                <a:sym typeface="Krona One"/>
              </a:defRPr>
            </a:lvl4pPr>
            <a:lvl5pPr lvl="4" rtl="0">
              <a:spcBef>
                <a:spcPts val="0"/>
              </a:spcBef>
              <a:spcAft>
                <a:spcPts val="0"/>
              </a:spcAft>
              <a:buSzPts val="1800"/>
              <a:buFont typeface="Krona One"/>
              <a:buNone/>
              <a:defRPr sz="1800">
                <a:latin typeface="Krona One"/>
                <a:ea typeface="Krona One"/>
                <a:cs typeface="Krona One"/>
                <a:sym typeface="Krona One"/>
              </a:defRPr>
            </a:lvl5pPr>
            <a:lvl6pPr lvl="5" rtl="0">
              <a:spcBef>
                <a:spcPts val="0"/>
              </a:spcBef>
              <a:spcAft>
                <a:spcPts val="0"/>
              </a:spcAft>
              <a:buSzPts val="1800"/>
              <a:buFont typeface="Krona One"/>
              <a:buNone/>
              <a:defRPr sz="1800">
                <a:latin typeface="Krona One"/>
                <a:ea typeface="Krona One"/>
                <a:cs typeface="Krona One"/>
                <a:sym typeface="Krona One"/>
              </a:defRPr>
            </a:lvl6pPr>
            <a:lvl7pPr lvl="6" rtl="0">
              <a:spcBef>
                <a:spcPts val="0"/>
              </a:spcBef>
              <a:spcAft>
                <a:spcPts val="0"/>
              </a:spcAft>
              <a:buSzPts val="1800"/>
              <a:buFont typeface="Krona One"/>
              <a:buNone/>
              <a:defRPr sz="1800">
                <a:latin typeface="Krona One"/>
                <a:ea typeface="Krona One"/>
                <a:cs typeface="Krona One"/>
                <a:sym typeface="Krona One"/>
              </a:defRPr>
            </a:lvl7pPr>
            <a:lvl8pPr lvl="7" rtl="0">
              <a:spcBef>
                <a:spcPts val="0"/>
              </a:spcBef>
              <a:spcAft>
                <a:spcPts val="0"/>
              </a:spcAft>
              <a:buSzPts val="1800"/>
              <a:buFont typeface="Krona One"/>
              <a:buNone/>
              <a:defRPr sz="1800">
                <a:latin typeface="Krona One"/>
                <a:ea typeface="Krona One"/>
                <a:cs typeface="Krona One"/>
                <a:sym typeface="Krona One"/>
              </a:defRPr>
            </a:lvl8pPr>
            <a:lvl9pPr lvl="8" rtl="0">
              <a:spcBef>
                <a:spcPts val="0"/>
              </a:spcBef>
              <a:spcAft>
                <a:spcPts val="0"/>
              </a:spcAft>
              <a:buSzPts val="1800"/>
              <a:buFont typeface="Krona One"/>
              <a:buNone/>
              <a:defRPr sz="1800">
                <a:latin typeface="Krona One"/>
                <a:ea typeface="Krona One"/>
                <a:cs typeface="Krona One"/>
                <a:sym typeface="Krona One"/>
              </a:defRPr>
            </a:lvl9pPr>
          </a:lstStyle>
          <a:p/>
        </p:txBody>
      </p:sp>
      <p:sp>
        <p:nvSpPr>
          <p:cNvPr id="884" name="Google Shape;884;p17"/>
          <p:cNvSpPr txBox="1"/>
          <p:nvPr>
            <p:ph idx="6" type="subTitle"/>
          </p:nvPr>
        </p:nvSpPr>
        <p:spPr>
          <a:xfrm>
            <a:off x="3336450" y="3933600"/>
            <a:ext cx="2471100" cy="441300"/>
          </a:xfrm>
          <a:prstGeom prst="rect">
            <a:avLst/>
          </a:prstGeom>
          <a:noFill/>
          <a:ln>
            <a:noFill/>
          </a:ln>
        </p:spPr>
        <p:txBody>
          <a:bodyPr anchorCtr="0" anchor="t" bIns="0" lIns="91425" spcFirstLastPara="1" rIns="91425" wrap="square" tIns="0">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885" name="Google Shape;885;p17"/>
          <p:cNvGrpSpPr/>
          <p:nvPr/>
        </p:nvGrpSpPr>
        <p:grpSpPr>
          <a:xfrm>
            <a:off x="-16750" y="0"/>
            <a:ext cx="9177500" cy="5143500"/>
            <a:chOff x="-16750" y="0"/>
            <a:chExt cx="9177500" cy="5143500"/>
          </a:xfrm>
        </p:grpSpPr>
        <p:grpSp>
          <p:nvGrpSpPr>
            <p:cNvPr id="886" name="Google Shape;886;p17"/>
            <p:cNvGrpSpPr/>
            <p:nvPr/>
          </p:nvGrpSpPr>
          <p:grpSpPr>
            <a:xfrm flipH="1" rot="10800000">
              <a:off x="8693950" y="0"/>
              <a:ext cx="466800" cy="5143500"/>
              <a:chOff x="-16750" y="0"/>
              <a:chExt cx="466800" cy="5143500"/>
            </a:xfrm>
          </p:grpSpPr>
          <p:sp>
            <p:nvSpPr>
              <p:cNvPr id="887" name="Google Shape;887;p17"/>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7"/>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7"/>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7"/>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7"/>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7"/>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7"/>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7"/>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7"/>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6" name="Google Shape;896;p17"/>
            <p:cNvGrpSpPr/>
            <p:nvPr/>
          </p:nvGrpSpPr>
          <p:grpSpPr>
            <a:xfrm>
              <a:off x="-16750" y="0"/>
              <a:ext cx="466800" cy="5143500"/>
              <a:chOff x="-16750" y="0"/>
              <a:chExt cx="466800" cy="5143500"/>
            </a:xfrm>
          </p:grpSpPr>
          <p:sp>
            <p:nvSpPr>
              <p:cNvPr id="897" name="Google Shape;897;p17"/>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7"/>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7"/>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7"/>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7"/>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7"/>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7"/>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7"/>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7"/>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3">
    <p:spTree>
      <p:nvGrpSpPr>
        <p:cNvPr id="906" name="Shape 906"/>
        <p:cNvGrpSpPr/>
        <p:nvPr/>
      </p:nvGrpSpPr>
      <p:grpSpPr>
        <a:xfrm>
          <a:off x="0" y="0"/>
          <a:ext cx="0" cy="0"/>
          <a:chOff x="0" y="0"/>
          <a:chExt cx="0" cy="0"/>
        </a:xfrm>
      </p:grpSpPr>
      <p:sp>
        <p:nvSpPr>
          <p:cNvPr id="907" name="Google Shape;907;p18"/>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08" name="Google Shape;908;p18"/>
          <p:cNvSpPr txBox="1"/>
          <p:nvPr>
            <p:ph idx="2" type="title"/>
          </p:nvPr>
        </p:nvSpPr>
        <p:spPr>
          <a:xfrm>
            <a:off x="2478150" y="1487888"/>
            <a:ext cx="18714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09" name="Google Shape;909;p18"/>
          <p:cNvSpPr txBox="1"/>
          <p:nvPr>
            <p:ph idx="1" type="subTitle"/>
          </p:nvPr>
        </p:nvSpPr>
        <p:spPr>
          <a:xfrm>
            <a:off x="4418575" y="1487888"/>
            <a:ext cx="30276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910" name="Google Shape;910;p18"/>
          <p:cNvSpPr txBox="1"/>
          <p:nvPr>
            <p:ph idx="3" type="title"/>
          </p:nvPr>
        </p:nvSpPr>
        <p:spPr>
          <a:xfrm>
            <a:off x="2478150" y="2285363"/>
            <a:ext cx="18714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11" name="Google Shape;911;p18"/>
          <p:cNvSpPr txBox="1"/>
          <p:nvPr>
            <p:ph idx="4" type="subTitle"/>
          </p:nvPr>
        </p:nvSpPr>
        <p:spPr>
          <a:xfrm>
            <a:off x="4418575" y="2285367"/>
            <a:ext cx="30276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912" name="Google Shape;912;p18"/>
          <p:cNvSpPr txBox="1"/>
          <p:nvPr>
            <p:ph idx="5" type="title"/>
          </p:nvPr>
        </p:nvSpPr>
        <p:spPr>
          <a:xfrm>
            <a:off x="2478150" y="3082838"/>
            <a:ext cx="18714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13" name="Google Shape;913;p18"/>
          <p:cNvSpPr txBox="1"/>
          <p:nvPr>
            <p:ph idx="6" type="subTitle"/>
          </p:nvPr>
        </p:nvSpPr>
        <p:spPr>
          <a:xfrm>
            <a:off x="4418575" y="3082846"/>
            <a:ext cx="30276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914" name="Google Shape;914;p18"/>
          <p:cNvSpPr txBox="1"/>
          <p:nvPr>
            <p:ph idx="7" type="title"/>
          </p:nvPr>
        </p:nvSpPr>
        <p:spPr>
          <a:xfrm>
            <a:off x="2478150" y="3880313"/>
            <a:ext cx="18714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15" name="Google Shape;915;p18"/>
          <p:cNvSpPr txBox="1"/>
          <p:nvPr>
            <p:ph idx="8" type="subTitle"/>
          </p:nvPr>
        </p:nvSpPr>
        <p:spPr>
          <a:xfrm>
            <a:off x="4418575" y="3880325"/>
            <a:ext cx="30276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grpSp>
        <p:nvGrpSpPr>
          <p:cNvPr id="916" name="Google Shape;916;p18"/>
          <p:cNvGrpSpPr/>
          <p:nvPr/>
        </p:nvGrpSpPr>
        <p:grpSpPr>
          <a:xfrm>
            <a:off x="-16750" y="0"/>
            <a:ext cx="9177500" cy="5143500"/>
            <a:chOff x="-16750" y="0"/>
            <a:chExt cx="9177500" cy="5143500"/>
          </a:xfrm>
        </p:grpSpPr>
        <p:grpSp>
          <p:nvGrpSpPr>
            <p:cNvPr id="917" name="Google Shape;917;p18"/>
            <p:cNvGrpSpPr/>
            <p:nvPr/>
          </p:nvGrpSpPr>
          <p:grpSpPr>
            <a:xfrm flipH="1" rot="10800000">
              <a:off x="8693950" y="0"/>
              <a:ext cx="466800" cy="5143500"/>
              <a:chOff x="-16750" y="0"/>
              <a:chExt cx="466800" cy="5143500"/>
            </a:xfrm>
          </p:grpSpPr>
          <p:sp>
            <p:nvSpPr>
              <p:cNvPr id="918" name="Google Shape;918;p18"/>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8"/>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8"/>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8"/>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8"/>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8"/>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8"/>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8"/>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8"/>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7" name="Google Shape;927;p18"/>
            <p:cNvGrpSpPr/>
            <p:nvPr/>
          </p:nvGrpSpPr>
          <p:grpSpPr>
            <a:xfrm>
              <a:off x="-16750" y="0"/>
              <a:ext cx="466800" cy="5143500"/>
              <a:chOff x="-16750" y="0"/>
              <a:chExt cx="466800" cy="5143500"/>
            </a:xfrm>
          </p:grpSpPr>
          <p:sp>
            <p:nvSpPr>
              <p:cNvPr id="928" name="Google Shape;928;p18"/>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8"/>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8"/>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8"/>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8"/>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8"/>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8"/>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8"/>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8"/>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
    <p:spTree>
      <p:nvGrpSpPr>
        <p:cNvPr id="937" name="Shape 937"/>
        <p:cNvGrpSpPr/>
        <p:nvPr/>
      </p:nvGrpSpPr>
      <p:grpSpPr>
        <a:xfrm>
          <a:off x="0" y="0"/>
          <a:ext cx="0" cy="0"/>
          <a:chOff x="0" y="0"/>
          <a:chExt cx="0" cy="0"/>
        </a:xfrm>
      </p:grpSpPr>
      <p:sp>
        <p:nvSpPr>
          <p:cNvPr id="938" name="Google Shape;938;p19"/>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939" name="Google Shape;939;p19"/>
          <p:cNvSpPr txBox="1"/>
          <p:nvPr>
            <p:ph idx="2" type="title"/>
          </p:nvPr>
        </p:nvSpPr>
        <p:spPr>
          <a:xfrm>
            <a:off x="857725" y="2011625"/>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940" name="Google Shape;940;p19"/>
          <p:cNvSpPr txBox="1"/>
          <p:nvPr>
            <p:ph idx="1" type="subTitle"/>
          </p:nvPr>
        </p:nvSpPr>
        <p:spPr>
          <a:xfrm>
            <a:off x="857725" y="2376135"/>
            <a:ext cx="2245500" cy="50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sp>
        <p:nvSpPr>
          <p:cNvPr id="941" name="Google Shape;941;p19"/>
          <p:cNvSpPr txBox="1"/>
          <p:nvPr>
            <p:ph idx="3" type="title"/>
          </p:nvPr>
        </p:nvSpPr>
        <p:spPr>
          <a:xfrm>
            <a:off x="6040775" y="2011625"/>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942" name="Google Shape;942;p19"/>
          <p:cNvSpPr txBox="1"/>
          <p:nvPr>
            <p:ph idx="4" type="subTitle"/>
          </p:nvPr>
        </p:nvSpPr>
        <p:spPr>
          <a:xfrm>
            <a:off x="6040775" y="2376135"/>
            <a:ext cx="2245500" cy="50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sp>
        <p:nvSpPr>
          <p:cNvPr id="943" name="Google Shape;943;p19"/>
          <p:cNvSpPr txBox="1"/>
          <p:nvPr>
            <p:ph idx="5" type="title"/>
          </p:nvPr>
        </p:nvSpPr>
        <p:spPr>
          <a:xfrm>
            <a:off x="3449250" y="2011625"/>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944" name="Google Shape;944;p19"/>
          <p:cNvSpPr txBox="1"/>
          <p:nvPr>
            <p:ph idx="6" type="subTitle"/>
          </p:nvPr>
        </p:nvSpPr>
        <p:spPr>
          <a:xfrm>
            <a:off x="3449250" y="2376135"/>
            <a:ext cx="2245500" cy="50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sp>
        <p:nvSpPr>
          <p:cNvPr id="945" name="Google Shape;945;p19"/>
          <p:cNvSpPr txBox="1"/>
          <p:nvPr>
            <p:ph idx="7" type="title"/>
          </p:nvPr>
        </p:nvSpPr>
        <p:spPr>
          <a:xfrm>
            <a:off x="857725" y="3756638"/>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946" name="Google Shape;946;p19"/>
          <p:cNvSpPr txBox="1"/>
          <p:nvPr>
            <p:ph idx="8" type="subTitle"/>
          </p:nvPr>
        </p:nvSpPr>
        <p:spPr>
          <a:xfrm>
            <a:off x="857725" y="4121147"/>
            <a:ext cx="2245500" cy="50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sp>
        <p:nvSpPr>
          <p:cNvPr id="947" name="Google Shape;947;p19"/>
          <p:cNvSpPr txBox="1"/>
          <p:nvPr>
            <p:ph idx="9" type="title"/>
          </p:nvPr>
        </p:nvSpPr>
        <p:spPr>
          <a:xfrm>
            <a:off x="6040775" y="3756638"/>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948" name="Google Shape;948;p19"/>
          <p:cNvSpPr txBox="1"/>
          <p:nvPr>
            <p:ph idx="13" type="subTitle"/>
          </p:nvPr>
        </p:nvSpPr>
        <p:spPr>
          <a:xfrm>
            <a:off x="6040775" y="4121147"/>
            <a:ext cx="2245500" cy="50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sp>
        <p:nvSpPr>
          <p:cNvPr id="949" name="Google Shape;949;p19"/>
          <p:cNvSpPr txBox="1"/>
          <p:nvPr>
            <p:ph idx="14" type="title"/>
          </p:nvPr>
        </p:nvSpPr>
        <p:spPr>
          <a:xfrm>
            <a:off x="3449250" y="3756638"/>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950" name="Google Shape;950;p19"/>
          <p:cNvSpPr txBox="1"/>
          <p:nvPr>
            <p:ph idx="15" type="subTitle"/>
          </p:nvPr>
        </p:nvSpPr>
        <p:spPr>
          <a:xfrm>
            <a:off x="3449250" y="4121147"/>
            <a:ext cx="2245500" cy="50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951" name="Google Shape;951;p19"/>
          <p:cNvGrpSpPr/>
          <p:nvPr/>
        </p:nvGrpSpPr>
        <p:grpSpPr>
          <a:xfrm>
            <a:off x="-16750" y="0"/>
            <a:ext cx="9177500" cy="5143500"/>
            <a:chOff x="-16750" y="0"/>
            <a:chExt cx="9177500" cy="5143500"/>
          </a:xfrm>
        </p:grpSpPr>
        <p:grpSp>
          <p:nvGrpSpPr>
            <p:cNvPr id="952" name="Google Shape;952;p19"/>
            <p:cNvGrpSpPr/>
            <p:nvPr/>
          </p:nvGrpSpPr>
          <p:grpSpPr>
            <a:xfrm flipH="1" rot="10800000">
              <a:off x="8693950" y="0"/>
              <a:ext cx="466800" cy="5143500"/>
              <a:chOff x="-16750" y="0"/>
              <a:chExt cx="466800" cy="5143500"/>
            </a:xfrm>
          </p:grpSpPr>
          <p:sp>
            <p:nvSpPr>
              <p:cNvPr id="953" name="Google Shape;953;p19"/>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9"/>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9"/>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9"/>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9"/>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9"/>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9"/>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9"/>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9"/>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2" name="Google Shape;962;p19"/>
            <p:cNvGrpSpPr/>
            <p:nvPr/>
          </p:nvGrpSpPr>
          <p:grpSpPr>
            <a:xfrm>
              <a:off x="-16750" y="0"/>
              <a:ext cx="466800" cy="5143500"/>
              <a:chOff x="-16750" y="0"/>
              <a:chExt cx="466800" cy="5143500"/>
            </a:xfrm>
          </p:grpSpPr>
          <p:sp>
            <p:nvSpPr>
              <p:cNvPr id="963" name="Google Shape;963;p19"/>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9"/>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9"/>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9"/>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9"/>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9"/>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9"/>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9"/>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9"/>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7">
    <p:spTree>
      <p:nvGrpSpPr>
        <p:cNvPr id="972" name="Shape 972"/>
        <p:cNvGrpSpPr/>
        <p:nvPr/>
      </p:nvGrpSpPr>
      <p:grpSpPr>
        <a:xfrm>
          <a:off x="0" y="0"/>
          <a:ext cx="0" cy="0"/>
          <a:chOff x="0" y="0"/>
          <a:chExt cx="0" cy="0"/>
        </a:xfrm>
      </p:grpSpPr>
      <p:sp>
        <p:nvSpPr>
          <p:cNvPr id="973" name="Google Shape;973;p20"/>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atin typeface="Krona One"/>
                <a:ea typeface="Krona One"/>
                <a:cs typeface="Krona One"/>
                <a:sym typeface="Krona 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74" name="Google Shape;974;p20"/>
          <p:cNvGrpSpPr/>
          <p:nvPr/>
        </p:nvGrpSpPr>
        <p:grpSpPr>
          <a:xfrm>
            <a:off x="-16750" y="0"/>
            <a:ext cx="9177500" cy="5143500"/>
            <a:chOff x="-16750" y="0"/>
            <a:chExt cx="9177500" cy="5143500"/>
          </a:xfrm>
        </p:grpSpPr>
        <p:grpSp>
          <p:nvGrpSpPr>
            <p:cNvPr id="975" name="Google Shape;975;p20"/>
            <p:cNvGrpSpPr/>
            <p:nvPr/>
          </p:nvGrpSpPr>
          <p:grpSpPr>
            <a:xfrm flipH="1" rot="10800000">
              <a:off x="8693950" y="0"/>
              <a:ext cx="466800" cy="5143500"/>
              <a:chOff x="-16750" y="0"/>
              <a:chExt cx="466800" cy="5143500"/>
            </a:xfrm>
          </p:grpSpPr>
          <p:sp>
            <p:nvSpPr>
              <p:cNvPr id="976" name="Google Shape;976;p20"/>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0"/>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0"/>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0"/>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0"/>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0"/>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0"/>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0"/>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0"/>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5" name="Google Shape;985;p20"/>
            <p:cNvGrpSpPr/>
            <p:nvPr/>
          </p:nvGrpSpPr>
          <p:grpSpPr>
            <a:xfrm>
              <a:off x="-16750" y="0"/>
              <a:ext cx="466800" cy="5143500"/>
              <a:chOff x="-16750" y="0"/>
              <a:chExt cx="466800" cy="5143500"/>
            </a:xfrm>
          </p:grpSpPr>
          <p:sp>
            <p:nvSpPr>
              <p:cNvPr id="986" name="Google Shape;986;p20"/>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0"/>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0"/>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0"/>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0"/>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0"/>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0"/>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0"/>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0"/>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8">
    <p:spTree>
      <p:nvGrpSpPr>
        <p:cNvPr id="995" name="Shape 995"/>
        <p:cNvGrpSpPr/>
        <p:nvPr/>
      </p:nvGrpSpPr>
      <p:grpSpPr>
        <a:xfrm>
          <a:off x="0" y="0"/>
          <a:ext cx="0" cy="0"/>
          <a:chOff x="0" y="0"/>
          <a:chExt cx="0" cy="0"/>
        </a:xfrm>
      </p:grpSpPr>
      <p:grpSp>
        <p:nvGrpSpPr>
          <p:cNvPr id="996" name="Google Shape;996;p21"/>
          <p:cNvGrpSpPr/>
          <p:nvPr/>
        </p:nvGrpSpPr>
        <p:grpSpPr>
          <a:xfrm>
            <a:off x="-94" y="1100"/>
            <a:ext cx="9144094" cy="570400"/>
            <a:chOff x="-94" y="1100"/>
            <a:chExt cx="9144094" cy="570400"/>
          </a:xfrm>
        </p:grpSpPr>
        <p:grpSp>
          <p:nvGrpSpPr>
            <p:cNvPr id="997" name="Google Shape;997;p21"/>
            <p:cNvGrpSpPr/>
            <p:nvPr/>
          </p:nvGrpSpPr>
          <p:grpSpPr>
            <a:xfrm>
              <a:off x="300" y="1100"/>
              <a:ext cx="9143700" cy="570400"/>
              <a:chOff x="300" y="1100"/>
              <a:chExt cx="9143700" cy="570400"/>
            </a:xfrm>
          </p:grpSpPr>
          <p:sp>
            <p:nvSpPr>
              <p:cNvPr id="998" name="Google Shape;998;p21"/>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9" name="Google Shape;999;p21"/>
              <p:cNvGrpSpPr/>
              <p:nvPr/>
            </p:nvGrpSpPr>
            <p:grpSpPr>
              <a:xfrm flipH="1">
                <a:off x="449825" y="1100"/>
                <a:ext cx="8244106" cy="515409"/>
                <a:chOff x="720050" y="0"/>
                <a:chExt cx="7704052" cy="481646"/>
              </a:xfrm>
            </p:grpSpPr>
            <p:sp>
              <p:nvSpPr>
                <p:cNvPr id="1000" name="Google Shape;1000;p21"/>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1"/>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1"/>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1"/>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1"/>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1"/>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1"/>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1"/>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1"/>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1"/>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1"/>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1"/>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1"/>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1"/>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1"/>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1"/>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1"/>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1"/>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1"/>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1"/>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1"/>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1"/>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1"/>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1"/>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1"/>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1"/>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1"/>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1"/>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1"/>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1"/>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1"/>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1"/>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1"/>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1"/>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1"/>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1"/>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1"/>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1"/>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1"/>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1"/>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1"/>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1"/>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1"/>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1"/>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1"/>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1"/>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1"/>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1"/>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1"/>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1"/>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1"/>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1"/>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1"/>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1"/>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1"/>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1"/>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1"/>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1"/>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1"/>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1"/>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1"/>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1"/>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1"/>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1"/>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64" name="Google Shape;1064;p21"/>
            <p:cNvGrpSpPr/>
            <p:nvPr/>
          </p:nvGrpSpPr>
          <p:grpSpPr>
            <a:xfrm flipH="1">
              <a:off x="-94" y="1100"/>
              <a:ext cx="449926" cy="515409"/>
              <a:chOff x="7942458" y="0"/>
              <a:chExt cx="420452" cy="481646"/>
            </a:xfrm>
          </p:grpSpPr>
          <p:sp>
            <p:nvSpPr>
              <p:cNvPr id="1065" name="Google Shape;1065;p21"/>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1"/>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1"/>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1"/>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9" name="Google Shape;1069;p21"/>
            <p:cNvGrpSpPr/>
            <p:nvPr/>
          </p:nvGrpSpPr>
          <p:grpSpPr>
            <a:xfrm flipH="1">
              <a:off x="8693950" y="1100"/>
              <a:ext cx="449923" cy="515409"/>
              <a:chOff x="8003652" y="0"/>
              <a:chExt cx="420450" cy="481646"/>
            </a:xfrm>
          </p:grpSpPr>
          <p:sp>
            <p:nvSpPr>
              <p:cNvPr id="1070" name="Google Shape;1070;p21"/>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1"/>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1"/>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1"/>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74" name="Google Shape;1074;p21"/>
          <p:cNvSpPr txBox="1"/>
          <p:nvPr>
            <p:ph type="title"/>
          </p:nvPr>
        </p:nvSpPr>
        <p:spPr>
          <a:xfrm>
            <a:off x="1132289" y="1781963"/>
            <a:ext cx="3075600" cy="8178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1075" name="Google Shape;1075;p21"/>
          <p:cNvSpPr txBox="1"/>
          <p:nvPr>
            <p:ph idx="1" type="subTitle"/>
          </p:nvPr>
        </p:nvSpPr>
        <p:spPr>
          <a:xfrm>
            <a:off x="1132289" y="2790038"/>
            <a:ext cx="2697000" cy="876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1076" name="Google Shape;1076;p21"/>
          <p:cNvGrpSpPr/>
          <p:nvPr/>
        </p:nvGrpSpPr>
        <p:grpSpPr>
          <a:xfrm>
            <a:off x="-16750" y="0"/>
            <a:ext cx="9177500" cy="5143500"/>
            <a:chOff x="-16750" y="0"/>
            <a:chExt cx="9177500" cy="5143500"/>
          </a:xfrm>
        </p:grpSpPr>
        <p:grpSp>
          <p:nvGrpSpPr>
            <p:cNvPr id="1077" name="Google Shape;1077;p21"/>
            <p:cNvGrpSpPr/>
            <p:nvPr/>
          </p:nvGrpSpPr>
          <p:grpSpPr>
            <a:xfrm flipH="1" rot="10800000">
              <a:off x="8693950" y="0"/>
              <a:ext cx="466800" cy="5143500"/>
              <a:chOff x="-16750" y="0"/>
              <a:chExt cx="466800" cy="5143500"/>
            </a:xfrm>
          </p:grpSpPr>
          <p:sp>
            <p:nvSpPr>
              <p:cNvPr id="1078" name="Google Shape;1078;p21"/>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1"/>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1"/>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1"/>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1"/>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1"/>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1"/>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1"/>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1"/>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7" name="Google Shape;1087;p21"/>
            <p:cNvGrpSpPr/>
            <p:nvPr/>
          </p:nvGrpSpPr>
          <p:grpSpPr>
            <a:xfrm>
              <a:off x="-16750" y="0"/>
              <a:ext cx="466800" cy="5143500"/>
              <a:chOff x="-16750" y="0"/>
              <a:chExt cx="466800" cy="5143500"/>
            </a:xfrm>
          </p:grpSpPr>
          <p:sp>
            <p:nvSpPr>
              <p:cNvPr id="1088" name="Google Shape;1088;p21"/>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1"/>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1"/>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1"/>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1"/>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1"/>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1"/>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1"/>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1"/>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8_1">
    <p:spTree>
      <p:nvGrpSpPr>
        <p:cNvPr id="1097" name="Shape 1097"/>
        <p:cNvGrpSpPr/>
        <p:nvPr/>
      </p:nvGrpSpPr>
      <p:grpSpPr>
        <a:xfrm>
          <a:off x="0" y="0"/>
          <a:ext cx="0" cy="0"/>
          <a:chOff x="0" y="0"/>
          <a:chExt cx="0" cy="0"/>
        </a:xfrm>
      </p:grpSpPr>
      <p:grpSp>
        <p:nvGrpSpPr>
          <p:cNvPr id="1098" name="Google Shape;1098;p22"/>
          <p:cNvGrpSpPr/>
          <p:nvPr/>
        </p:nvGrpSpPr>
        <p:grpSpPr>
          <a:xfrm>
            <a:off x="-94" y="1100"/>
            <a:ext cx="9144094" cy="570400"/>
            <a:chOff x="-94" y="1100"/>
            <a:chExt cx="9144094" cy="570400"/>
          </a:xfrm>
        </p:grpSpPr>
        <p:grpSp>
          <p:nvGrpSpPr>
            <p:cNvPr id="1099" name="Google Shape;1099;p22"/>
            <p:cNvGrpSpPr/>
            <p:nvPr/>
          </p:nvGrpSpPr>
          <p:grpSpPr>
            <a:xfrm>
              <a:off x="300" y="1100"/>
              <a:ext cx="9143700" cy="570400"/>
              <a:chOff x="300" y="1100"/>
              <a:chExt cx="9143700" cy="570400"/>
            </a:xfrm>
          </p:grpSpPr>
          <p:sp>
            <p:nvSpPr>
              <p:cNvPr id="1100" name="Google Shape;1100;p22"/>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1" name="Google Shape;1101;p22"/>
              <p:cNvGrpSpPr/>
              <p:nvPr/>
            </p:nvGrpSpPr>
            <p:grpSpPr>
              <a:xfrm flipH="1">
                <a:off x="449825" y="1100"/>
                <a:ext cx="8244106" cy="515409"/>
                <a:chOff x="720050" y="0"/>
                <a:chExt cx="7704052" cy="481646"/>
              </a:xfrm>
            </p:grpSpPr>
            <p:sp>
              <p:nvSpPr>
                <p:cNvPr id="1102" name="Google Shape;1102;p22"/>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2"/>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2"/>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2"/>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2"/>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2"/>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2"/>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2"/>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2"/>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2"/>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2"/>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2"/>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2"/>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2"/>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2"/>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2"/>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2"/>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2"/>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2"/>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2"/>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2"/>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2"/>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2"/>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2"/>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2"/>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2"/>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2"/>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2"/>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2"/>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2"/>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2"/>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2"/>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2"/>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2"/>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2"/>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2"/>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2"/>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2"/>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2"/>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2"/>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2"/>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2"/>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2"/>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2"/>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2"/>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2"/>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2"/>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2"/>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2"/>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2"/>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2"/>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2"/>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2"/>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2"/>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2"/>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2"/>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2"/>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2"/>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2"/>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2"/>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2"/>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2"/>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2"/>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2"/>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66" name="Google Shape;1166;p22"/>
            <p:cNvGrpSpPr/>
            <p:nvPr/>
          </p:nvGrpSpPr>
          <p:grpSpPr>
            <a:xfrm flipH="1">
              <a:off x="-94" y="1100"/>
              <a:ext cx="449926" cy="515409"/>
              <a:chOff x="7942458" y="0"/>
              <a:chExt cx="420452" cy="481646"/>
            </a:xfrm>
          </p:grpSpPr>
          <p:sp>
            <p:nvSpPr>
              <p:cNvPr id="1167" name="Google Shape;1167;p22"/>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2"/>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2"/>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2"/>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1" name="Google Shape;1171;p22"/>
            <p:cNvGrpSpPr/>
            <p:nvPr/>
          </p:nvGrpSpPr>
          <p:grpSpPr>
            <a:xfrm flipH="1">
              <a:off x="8693950" y="1100"/>
              <a:ext cx="449923" cy="515409"/>
              <a:chOff x="8003652" y="0"/>
              <a:chExt cx="420450" cy="481646"/>
            </a:xfrm>
          </p:grpSpPr>
          <p:sp>
            <p:nvSpPr>
              <p:cNvPr id="1172" name="Google Shape;1172;p22"/>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2"/>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2"/>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2"/>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76" name="Google Shape;1176;p22"/>
          <p:cNvSpPr txBox="1"/>
          <p:nvPr>
            <p:ph type="title"/>
          </p:nvPr>
        </p:nvSpPr>
        <p:spPr>
          <a:xfrm>
            <a:off x="4890125" y="1136600"/>
            <a:ext cx="3315300" cy="20319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1177" name="Google Shape;1177;p22"/>
          <p:cNvSpPr txBox="1"/>
          <p:nvPr>
            <p:ph idx="1" type="subTitle"/>
          </p:nvPr>
        </p:nvSpPr>
        <p:spPr>
          <a:xfrm>
            <a:off x="4890125" y="3337575"/>
            <a:ext cx="3315300" cy="66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1178" name="Google Shape;1178;p22"/>
          <p:cNvGrpSpPr/>
          <p:nvPr/>
        </p:nvGrpSpPr>
        <p:grpSpPr>
          <a:xfrm>
            <a:off x="-16750" y="0"/>
            <a:ext cx="9177500" cy="5143500"/>
            <a:chOff x="-16750" y="0"/>
            <a:chExt cx="9177500" cy="5143500"/>
          </a:xfrm>
        </p:grpSpPr>
        <p:grpSp>
          <p:nvGrpSpPr>
            <p:cNvPr id="1179" name="Google Shape;1179;p22"/>
            <p:cNvGrpSpPr/>
            <p:nvPr/>
          </p:nvGrpSpPr>
          <p:grpSpPr>
            <a:xfrm flipH="1" rot="10800000">
              <a:off x="8693950" y="0"/>
              <a:ext cx="466800" cy="5143500"/>
              <a:chOff x="-16750" y="0"/>
              <a:chExt cx="466800" cy="5143500"/>
            </a:xfrm>
          </p:grpSpPr>
          <p:sp>
            <p:nvSpPr>
              <p:cNvPr id="1180" name="Google Shape;1180;p22"/>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2"/>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2"/>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2"/>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2"/>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2"/>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2"/>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2"/>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2"/>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9" name="Google Shape;1189;p22"/>
            <p:cNvGrpSpPr/>
            <p:nvPr/>
          </p:nvGrpSpPr>
          <p:grpSpPr>
            <a:xfrm>
              <a:off x="-16750" y="0"/>
              <a:ext cx="466800" cy="5143500"/>
              <a:chOff x="-16750" y="0"/>
              <a:chExt cx="466800" cy="5143500"/>
            </a:xfrm>
          </p:grpSpPr>
          <p:sp>
            <p:nvSpPr>
              <p:cNvPr id="1190" name="Google Shape;1190;p22"/>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2"/>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2"/>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2"/>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2"/>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2"/>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2"/>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2"/>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2"/>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6">
    <p:spTree>
      <p:nvGrpSpPr>
        <p:cNvPr id="1199" name="Shape 1199"/>
        <p:cNvGrpSpPr/>
        <p:nvPr/>
      </p:nvGrpSpPr>
      <p:grpSpPr>
        <a:xfrm>
          <a:off x="0" y="0"/>
          <a:ext cx="0" cy="0"/>
          <a:chOff x="0" y="0"/>
          <a:chExt cx="0" cy="0"/>
        </a:xfrm>
      </p:grpSpPr>
      <p:sp>
        <p:nvSpPr>
          <p:cNvPr id="1200" name="Google Shape;1200;p23"/>
          <p:cNvSpPr txBox="1"/>
          <p:nvPr>
            <p:ph type="title"/>
          </p:nvPr>
        </p:nvSpPr>
        <p:spPr>
          <a:xfrm>
            <a:off x="979975" y="1163740"/>
            <a:ext cx="3477900" cy="8178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45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1201" name="Google Shape;1201;p23"/>
          <p:cNvSpPr txBox="1"/>
          <p:nvPr>
            <p:ph idx="1" type="subTitle"/>
          </p:nvPr>
        </p:nvSpPr>
        <p:spPr>
          <a:xfrm>
            <a:off x="979975" y="2052590"/>
            <a:ext cx="3477900" cy="133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1202" name="Google Shape;1202;p23"/>
          <p:cNvGrpSpPr/>
          <p:nvPr/>
        </p:nvGrpSpPr>
        <p:grpSpPr>
          <a:xfrm>
            <a:off x="449825" y="1100"/>
            <a:ext cx="8244125" cy="570400"/>
            <a:chOff x="449825" y="1100"/>
            <a:chExt cx="8244125" cy="570400"/>
          </a:xfrm>
        </p:grpSpPr>
        <p:sp>
          <p:nvSpPr>
            <p:cNvPr id="1203" name="Google Shape;1203;p23"/>
            <p:cNvSpPr/>
            <p:nvPr/>
          </p:nvSpPr>
          <p:spPr>
            <a:xfrm flipH="1">
              <a:off x="450250" y="503400"/>
              <a:ext cx="82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4" name="Google Shape;1204;p23"/>
            <p:cNvGrpSpPr/>
            <p:nvPr/>
          </p:nvGrpSpPr>
          <p:grpSpPr>
            <a:xfrm flipH="1">
              <a:off x="449825" y="1100"/>
              <a:ext cx="8244106" cy="515409"/>
              <a:chOff x="720050" y="0"/>
              <a:chExt cx="7704052" cy="481646"/>
            </a:xfrm>
          </p:grpSpPr>
          <p:sp>
            <p:nvSpPr>
              <p:cNvPr id="1205" name="Google Shape;1205;p23"/>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3"/>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3"/>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3"/>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3"/>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3"/>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3"/>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3"/>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3"/>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3"/>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3"/>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3"/>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3"/>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3"/>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3"/>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3"/>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3"/>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3"/>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3"/>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3"/>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3"/>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3"/>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3"/>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3"/>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3"/>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3"/>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3"/>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3"/>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3"/>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3"/>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3"/>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3"/>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3"/>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3"/>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3"/>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3"/>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3"/>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3"/>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3"/>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3"/>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3"/>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3"/>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3"/>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3"/>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3"/>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3"/>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3"/>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3"/>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3"/>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3"/>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3"/>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3"/>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3"/>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3"/>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3"/>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3"/>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3"/>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3"/>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3"/>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3"/>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3"/>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3"/>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3"/>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3"/>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69" name="Google Shape;1269;p23"/>
          <p:cNvGrpSpPr/>
          <p:nvPr/>
        </p:nvGrpSpPr>
        <p:grpSpPr>
          <a:xfrm>
            <a:off x="-16750" y="0"/>
            <a:ext cx="9177500" cy="5143500"/>
            <a:chOff x="-16750" y="0"/>
            <a:chExt cx="9177500" cy="5143500"/>
          </a:xfrm>
        </p:grpSpPr>
        <p:grpSp>
          <p:nvGrpSpPr>
            <p:cNvPr id="1270" name="Google Shape;1270;p23"/>
            <p:cNvGrpSpPr/>
            <p:nvPr/>
          </p:nvGrpSpPr>
          <p:grpSpPr>
            <a:xfrm flipH="1" rot="10800000">
              <a:off x="8693950" y="0"/>
              <a:ext cx="466800" cy="5143500"/>
              <a:chOff x="-16750" y="0"/>
              <a:chExt cx="466800" cy="5143500"/>
            </a:xfrm>
          </p:grpSpPr>
          <p:sp>
            <p:nvSpPr>
              <p:cNvPr id="1271" name="Google Shape;1271;p23"/>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3"/>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3"/>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3"/>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3"/>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3"/>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3"/>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3"/>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3"/>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0" name="Google Shape;1280;p23"/>
            <p:cNvGrpSpPr/>
            <p:nvPr/>
          </p:nvGrpSpPr>
          <p:grpSpPr>
            <a:xfrm>
              <a:off x="-16750" y="0"/>
              <a:ext cx="466800" cy="5143500"/>
              <a:chOff x="-16750" y="0"/>
              <a:chExt cx="466800" cy="5143500"/>
            </a:xfrm>
          </p:grpSpPr>
          <p:sp>
            <p:nvSpPr>
              <p:cNvPr id="1281" name="Google Shape;1281;p23"/>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3"/>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3"/>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3"/>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3"/>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3"/>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3"/>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3"/>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3"/>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90" name="Google Shape;1290;p23"/>
          <p:cNvSpPr txBox="1"/>
          <p:nvPr/>
        </p:nvSpPr>
        <p:spPr>
          <a:xfrm>
            <a:off x="4797125" y="1947625"/>
            <a:ext cx="3253800" cy="7389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dk1"/>
                </a:solidFill>
                <a:latin typeface="Jost"/>
                <a:ea typeface="Jost"/>
                <a:cs typeface="Jost"/>
                <a:sym typeface="Jost"/>
              </a:rPr>
              <a:t>CREDITS: This presentation template was created by </a:t>
            </a:r>
            <a:r>
              <a:rPr lang="en" sz="1200">
                <a:solidFill>
                  <a:schemeClr val="dk1"/>
                </a:solidFill>
                <a:uFill>
                  <a:noFill/>
                </a:uFill>
                <a:latin typeface="Jost"/>
                <a:ea typeface="Jost"/>
                <a:cs typeface="Jost"/>
                <a:sym typeface="Jost"/>
                <a:hlinkClick r:id="rId2">
                  <a:extLst>
                    <a:ext uri="{A12FA001-AC4F-418D-AE19-62706E023703}">
                      <ahyp:hlinkClr val="tx"/>
                    </a:ext>
                  </a:extLst>
                </a:hlinkClick>
              </a:rPr>
              <a:t>Slidesgo</a:t>
            </a:r>
            <a:r>
              <a:rPr lang="en" sz="1200">
                <a:solidFill>
                  <a:schemeClr val="dk1"/>
                </a:solidFill>
                <a:latin typeface="Jost"/>
                <a:ea typeface="Jost"/>
                <a:cs typeface="Jost"/>
                <a:sym typeface="Jost"/>
              </a:rPr>
              <a:t>, including icons by </a:t>
            </a:r>
            <a:r>
              <a:rPr lang="en" sz="1200">
                <a:solidFill>
                  <a:schemeClr val="dk1"/>
                </a:solidFill>
                <a:uFill>
                  <a:noFill/>
                </a:uFill>
                <a:latin typeface="Jost"/>
                <a:ea typeface="Jost"/>
                <a:cs typeface="Jost"/>
                <a:sym typeface="Jost"/>
                <a:hlinkClick r:id="rId3">
                  <a:extLst>
                    <a:ext uri="{A12FA001-AC4F-418D-AE19-62706E023703}">
                      <ahyp:hlinkClr val="tx"/>
                    </a:ext>
                  </a:extLst>
                </a:hlinkClick>
              </a:rPr>
              <a:t>Flaticon</a:t>
            </a:r>
            <a:r>
              <a:rPr lang="en" sz="1200">
                <a:solidFill>
                  <a:schemeClr val="dk1"/>
                </a:solidFill>
                <a:latin typeface="Jost"/>
                <a:ea typeface="Jost"/>
                <a:cs typeface="Jost"/>
                <a:sym typeface="Jost"/>
              </a:rPr>
              <a:t> and infographics &amp; images by </a:t>
            </a:r>
            <a:r>
              <a:rPr lang="en" sz="1200">
                <a:solidFill>
                  <a:schemeClr val="dk1"/>
                </a:solidFill>
                <a:uFill>
                  <a:noFill/>
                </a:uFill>
                <a:latin typeface="Jost"/>
                <a:ea typeface="Jost"/>
                <a:cs typeface="Jost"/>
                <a:sym typeface="Jost"/>
                <a:hlinkClick r:id="rId4">
                  <a:extLst>
                    <a:ext uri="{A12FA001-AC4F-418D-AE19-62706E023703}">
                      <ahyp:hlinkClr val="tx"/>
                    </a:ext>
                  </a:extLst>
                </a:hlinkClick>
              </a:rPr>
              <a:t>Freepik</a:t>
            </a:r>
            <a:endParaRPr sz="1200">
              <a:solidFill>
                <a:schemeClr val="dk1"/>
              </a:solidFill>
              <a:latin typeface="Jost"/>
              <a:ea typeface="Jost"/>
              <a:cs typeface="Jost"/>
              <a:sym typeface="Jost"/>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291" name="Shape 1291"/>
        <p:cNvGrpSpPr/>
        <p:nvPr/>
      </p:nvGrpSpPr>
      <p:grpSpPr>
        <a:xfrm>
          <a:off x="0" y="0"/>
          <a:ext cx="0" cy="0"/>
          <a:chOff x="0" y="0"/>
          <a:chExt cx="0" cy="0"/>
        </a:xfrm>
      </p:grpSpPr>
      <p:grpSp>
        <p:nvGrpSpPr>
          <p:cNvPr id="1292" name="Google Shape;1292;p24"/>
          <p:cNvGrpSpPr/>
          <p:nvPr/>
        </p:nvGrpSpPr>
        <p:grpSpPr>
          <a:xfrm>
            <a:off x="-16750" y="0"/>
            <a:ext cx="9177500" cy="5143500"/>
            <a:chOff x="-16750" y="0"/>
            <a:chExt cx="9177500" cy="5143500"/>
          </a:xfrm>
        </p:grpSpPr>
        <p:grpSp>
          <p:nvGrpSpPr>
            <p:cNvPr id="1293" name="Google Shape;1293;p24"/>
            <p:cNvGrpSpPr/>
            <p:nvPr/>
          </p:nvGrpSpPr>
          <p:grpSpPr>
            <a:xfrm flipH="1" rot="10800000">
              <a:off x="8693950" y="0"/>
              <a:ext cx="466800" cy="5143500"/>
              <a:chOff x="-16750" y="0"/>
              <a:chExt cx="466800" cy="5143500"/>
            </a:xfrm>
          </p:grpSpPr>
          <p:sp>
            <p:nvSpPr>
              <p:cNvPr id="1294" name="Google Shape;1294;p24"/>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4"/>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4"/>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4"/>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4"/>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4"/>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4"/>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4"/>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4"/>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3" name="Google Shape;1303;p24"/>
            <p:cNvGrpSpPr/>
            <p:nvPr/>
          </p:nvGrpSpPr>
          <p:grpSpPr>
            <a:xfrm>
              <a:off x="-16750" y="0"/>
              <a:ext cx="466800" cy="5143500"/>
              <a:chOff x="-16750" y="0"/>
              <a:chExt cx="466800" cy="5143500"/>
            </a:xfrm>
          </p:grpSpPr>
          <p:sp>
            <p:nvSpPr>
              <p:cNvPr id="1304" name="Google Shape;1304;p24"/>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4"/>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4"/>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4"/>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4"/>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4"/>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4"/>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4"/>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4"/>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13" name="Shape 1313"/>
        <p:cNvGrpSpPr/>
        <p:nvPr/>
      </p:nvGrpSpPr>
      <p:grpSpPr>
        <a:xfrm>
          <a:off x="0" y="0"/>
          <a:ext cx="0" cy="0"/>
          <a:chOff x="0" y="0"/>
          <a:chExt cx="0" cy="0"/>
        </a:xfrm>
      </p:grpSpPr>
      <p:grpSp>
        <p:nvGrpSpPr>
          <p:cNvPr id="1314" name="Google Shape;1314;p25"/>
          <p:cNvGrpSpPr/>
          <p:nvPr/>
        </p:nvGrpSpPr>
        <p:grpSpPr>
          <a:xfrm>
            <a:off x="-94" y="1100"/>
            <a:ext cx="9144094" cy="570400"/>
            <a:chOff x="-94" y="1100"/>
            <a:chExt cx="9144094" cy="570400"/>
          </a:xfrm>
        </p:grpSpPr>
        <p:grpSp>
          <p:nvGrpSpPr>
            <p:cNvPr id="1315" name="Google Shape;1315;p25"/>
            <p:cNvGrpSpPr/>
            <p:nvPr/>
          </p:nvGrpSpPr>
          <p:grpSpPr>
            <a:xfrm>
              <a:off x="300" y="1100"/>
              <a:ext cx="9143700" cy="570400"/>
              <a:chOff x="300" y="1100"/>
              <a:chExt cx="9143700" cy="570400"/>
            </a:xfrm>
          </p:grpSpPr>
          <p:sp>
            <p:nvSpPr>
              <p:cNvPr id="1316" name="Google Shape;1316;p25"/>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7" name="Google Shape;1317;p25"/>
              <p:cNvGrpSpPr/>
              <p:nvPr/>
            </p:nvGrpSpPr>
            <p:grpSpPr>
              <a:xfrm flipH="1">
                <a:off x="449825" y="1100"/>
                <a:ext cx="8244106" cy="515409"/>
                <a:chOff x="720050" y="0"/>
                <a:chExt cx="7704052" cy="481646"/>
              </a:xfrm>
            </p:grpSpPr>
            <p:sp>
              <p:nvSpPr>
                <p:cNvPr id="1318" name="Google Shape;1318;p25"/>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5"/>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5"/>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5"/>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5"/>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5"/>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5"/>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5"/>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5"/>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5"/>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5"/>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5"/>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5"/>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5"/>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5"/>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5"/>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5"/>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5"/>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5"/>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5"/>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5"/>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5"/>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5"/>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5"/>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5"/>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5"/>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5"/>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5"/>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5"/>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5"/>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5"/>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5"/>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5"/>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5"/>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5"/>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5"/>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5"/>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5"/>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5"/>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5"/>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5"/>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5"/>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5"/>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5"/>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5"/>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5"/>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5"/>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5"/>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5"/>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5"/>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5"/>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5"/>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5"/>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5"/>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5"/>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5"/>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5"/>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5"/>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5"/>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5"/>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5"/>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5"/>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5"/>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5"/>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82" name="Google Shape;1382;p25"/>
            <p:cNvGrpSpPr/>
            <p:nvPr/>
          </p:nvGrpSpPr>
          <p:grpSpPr>
            <a:xfrm flipH="1">
              <a:off x="-94" y="1100"/>
              <a:ext cx="449926" cy="515409"/>
              <a:chOff x="7942458" y="0"/>
              <a:chExt cx="420452" cy="481646"/>
            </a:xfrm>
          </p:grpSpPr>
          <p:sp>
            <p:nvSpPr>
              <p:cNvPr id="1383" name="Google Shape;1383;p25"/>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5"/>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5"/>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5"/>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7" name="Google Shape;1387;p25"/>
            <p:cNvGrpSpPr/>
            <p:nvPr/>
          </p:nvGrpSpPr>
          <p:grpSpPr>
            <a:xfrm flipH="1">
              <a:off x="8693950" y="1100"/>
              <a:ext cx="449923" cy="515409"/>
              <a:chOff x="8003652" y="0"/>
              <a:chExt cx="420450" cy="481646"/>
            </a:xfrm>
          </p:grpSpPr>
          <p:sp>
            <p:nvSpPr>
              <p:cNvPr id="1388" name="Google Shape;1388;p25"/>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5"/>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5"/>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5"/>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FFFFFF"/>
            </a:gs>
            <a:gs pos="100000">
              <a:srgbClr val="D9D9D9"/>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40000"/>
            <a:ext cx="77040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720000" y="1152475"/>
            <a:ext cx="7704000" cy="3416400"/>
          </a:xfrm>
          <a:prstGeom prst="rect">
            <a:avLst/>
          </a:prstGeom>
          <a:noFill/>
          <a:ln>
            <a:noFill/>
          </a:ln>
        </p:spPr>
        <p:txBody>
          <a:bodyPr anchorCtr="0" anchor="ctr"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1pPr>
            <a:lvl2pPr indent="-317500" lvl="1" marL="9144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2pPr>
            <a:lvl3pPr indent="-317500" lvl="2" marL="13716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3pPr>
            <a:lvl4pPr indent="-317500" lvl="3" marL="18288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4pPr>
            <a:lvl5pPr indent="-317500" lvl="4" marL="22860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5pPr>
            <a:lvl6pPr indent="-317500" lvl="5" marL="27432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6pPr>
            <a:lvl7pPr indent="-317500" lvl="6" marL="32004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7pPr>
            <a:lvl8pPr indent="-317500" lvl="7" marL="36576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8pPr>
            <a:lvl9pPr indent="-317500" lvl="8" marL="41148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9D9D9"/>
            </a:gs>
          </a:gsLst>
          <a:path path="circle">
            <a:fillToRect b="50%" l="50%" r="50%" t="50%"/>
          </a:path>
          <a:tileRect/>
        </a:gradFill>
      </p:bgPr>
    </p:bg>
    <p:spTree>
      <p:nvGrpSpPr>
        <p:cNvPr id="1395" name="Shape 1395"/>
        <p:cNvGrpSpPr/>
        <p:nvPr/>
      </p:nvGrpSpPr>
      <p:grpSpPr>
        <a:xfrm>
          <a:off x="0" y="0"/>
          <a:ext cx="0" cy="0"/>
          <a:chOff x="0" y="0"/>
          <a:chExt cx="0" cy="0"/>
        </a:xfrm>
      </p:grpSpPr>
      <p:grpSp>
        <p:nvGrpSpPr>
          <p:cNvPr id="1396" name="Google Shape;1396;p26"/>
          <p:cNvGrpSpPr/>
          <p:nvPr/>
        </p:nvGrpSpPr>
        <p:grpSpPr>
          <a:xfrm>
            <a:off x="1121475" y="3843025"/>
            <a:ext cx="1221300" cy="570400"/>
            <a:chOff x="670175" y="3809850"/>
            <a:chExt cx="1221300" cy="570400"/>
          </a:xfrm>
        </p:grpSpPr>
        <p:cxnSp>
          <p:nvCxnSpPr>
            <p:cNvPr id="1397" name="Google Shape;1397;p26"/>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398" name="Google Shape;1398;p26"/>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399" name="Google Shape;1399;p26"/>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400" name="Google Shape;1400;p26"/>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pic>
        <p:nvPicPr>
          <p:cNvPr id="1401" name="Google Shape;1401;p26"/>
          <p:cNvPicPr preferRelativeResize="0"/>
          <p:nvPr/>
        </p:nvPicPr>
        <p:blipFill rotWithShape="1">
          <a:blip r:embed="rId3">
            <a:alphaModFix/>
          </a:blip>
          <a:srcRect b="22262" l="2922" r="0" t="3652"/>
          <a:stretch/>
        </p:blipFill>
        <p:spPr>
          <a:xfrm>
            <a:off x="2260800" y="3793925"/>
            <a:ext cx="4622403" cy="1035226"/>
          </a:xfrm>
          <a:prstGeom prst="rect">
            <a:avLst/>
          </a:prstGeom>
          <a:noFill/>
          <a:ln>
            <a:noFill/>
          </a:ln>
        </p:spPr>
      </p:pic>
      <p:sp>
        <p:nvSpPr>
          <p:cNvPr id="1402" name="Google Shape;1402;p26"/>
          <p:cNvSpPr txBox="1"/>
          <p:nvPr>
            <p:ph type="ctrTitle"/>
          </p:nvPr>
        </p:nvSpPr>
        <p:spPr>
          <a:xfrm>
            <a:off x="720000" y="1061438"/>
            <a:ext cx="7704000" cy="168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Final Project:</a:t>
            </a:r>
            <a:endParaRPr/>
          </a:p>
          <a:p>
            <a:pPr indent="0" lvl="0" marL="0" rtl="0" algn="ctr">
              <a:spcBef>
                <a:spcPts val="0"/>
              </a:spcBef>
              <a:spcAft>
                <a:spcPts val="0"/>
              </a:spcAft>
              <a:buNone/>
            </a:pPr>
            <a:r>
              <a:rPr lang="en" sz="3500"/>
              <a:t>F1 Racing &amp; Possums</a:t>
            </a:r>
            <a:endParaRPr sz="3500"/>
          </a:p>
        </p:txBody>
      </p:sp>
      <p:sp>
        <p:nvSpPr>
          <p:cNvPr id="1403" name="Google Shape;1403;p26"/>
          <p:cNvSpPr txBox="1"/>
          <p:nvPr>
            <p:ph idx="1" type="subTitle"/>
          </p:nvPr>
        </p:nvSpPr>
        <p:spPr>
          <a:xfrm>
            <a:off x="2260800" y="2855663"/>
            <a:ext cx="4622400" cy="41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Meadow Monticello &amp; Kevin Scott</a:t>
            </a:r>
            <a:endParaRPr/>
          </a:p>
        </p:txBody>
      </p:sp>
      <p:sp>
        <p:nvSpPr>
          <p:cNvPr id="1404" name="Google Shape;1404;p26"/>
          <p:cNvSpPr/>
          <p:nvPr/>
        </p:nvSpPr>
        <p:spPr>
          <a:xfrm>
            <a:off x="995525"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27"/>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1410" name="Google Shape;1410;p27"/>
          <p:cNvSpPr txBox="1"/>
          <p:nvPr>
            <p:ph idx="2" type="title"/>
          </p:nvPr>
        </p:nvSpPr>
        <p:spPr>
          <a:xfrm>
            <a:off x="949088" y="1653675"/>
            <a:ext cx="838800" cy="8406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lang="en"/>
              <a:t>01</a:t>
            </a:r>
            <a:endParaRPr/>
          </a:p>
        </p:txBody>
      </p:sp>
      <p:sp>
        <p:nvSpPr>
          <p:cNvPr id="1411" name="Google Shape;1411;p27"/>
          <p:cNvSpPr txBox="1"/>
          <p:nvPr>
            <p:ph idx="3" type="title"/>
          </p:nvPr>
        </p:nvSpPr>
        <p:spPr>
          <a:xfrm>
            <a:off x="1940287" y="1653675"/>
            <a:ext cx="2347500" cy="348300"/>
          </a:xfrm>
          <a:prstGeom prst="rect">
            <a:avLst/>
          </a:prstGeom>
        </p:spPr>
        <p:txBody>
          <a:bodyPr anchorCtr="0" anchor="ctr" bIns="91425" lIns="91425" spcFirstLastPara="1" rIns="90000" wrap="square" tIns="91425">
            <a:noAutofit/>
          </a:bodyPr>
          <a:lstStyle/>
          <a:p>
            <a:pPr indent="0" lvl="0" marL="0" rtl="0" algn="l">
              <a:spcBef>
                <a:spcPts val="0"/>
              </a:spcBef>
              <a:spcAft>
                <a:spcPts val="0"/>
              </a:spcAft>
              <a:buNone/>
            </a:pPr>
            <a:r>
              <a:rPr lang="en"/>
              <a:t>FINDING DATA</a:t>
            </a:r>
            <a:endParaRPr/>
          </a:p>
        </p:txBody>
      </p:sp>
      <p:sp>
        <p:nvSpPr>
          <p:cNvPr id="1412" name="Google Shape;1412;p27"/>
          <p:cNvSpPr txBox="1"/>
          <p:nvPr>
            <p:ph idx="4" type="title"/>
          </p:nvPr>
        </p:nvSpPr>
        <p:spPr>
          <a:xfrm>
            <a:off x="949088" y="3260400"/>
            <a:ext cx="838800" cy="8388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lang="en"/>
              <a:t>02</a:t>
            </a:r>
            <a:endParaRPr/>
          </a:p>
        </p:txBody>
      </p:sp>
      <p:sp>
        <p:nvSpPr>
          <p:cNvPr id="1413" name="Google Shape;1413;p27"/>
          <p:cNvSpPr txBox="1"/>
          <p:nvPr>
            <p:ph idx="5" type="title"/>
          </p:nvPr>
        </p:nvSpPr>
        <p:spPr>
          <a:xfrm>
            <a:off x="1940287" y="3259050"/>
            <a:ext cx="2347500" cy="348300"/>
          </a:xfrm>
          <a:prstGeom prst="rect">
            <a:avLst/>
          </a:prstGeom>
        </p:spPr>
        <p:txBody>
          <a:bodyPr anchorCtr="0" anchor="ctr" bIns="91425" lIns="91425" spcFirstLastPara="1" rIns="90000" wrap="square" tIns="91425">
            <a:noAutofit/>
          </a:bodyPr>
          <a:lstStyle/>
          <a:p>
            <a:pPr indent="0" lvl="0" marL="0" rtl="0" algn="l">
              <a:spcBef>
                <a:spcPts val="0"/>
              </a:spcBef>
              <a:spcAft>
                <a:spcPts val="0"/>
              </a:spcAft>
              <a:buNone/>
            </a:pPr>
            <a:r>
              <a:rPr lang="en"/>
              <a:t>WRITING</a:t>
            </a:r>
            <a:endParaRPr/>
          </a:p>
        </p:txBody>
      </p:sp>
      <p:sp>
        <p:nvSpPr>
          <p:cNvPr id="1414" name="Google Shape;1414;p27"/>
          <p:cNvSpPr txBox="1"/>
          <p:nvPr>
            <p:ph idx="6" type="subTitle"/>
          </p:nvPr>
        </p:nvSpPr>
        <p:spPr>
          <a:xfrm>
            <a:off x="1940287" y="3602350"/>
            <a:ext cx="2347500" cy="49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What does our code look like. </a:t>
            </a:r>
            <a:endParaRPr/>
          </a:p>
        </p:txBody>
      </p:sp>
      <p:sp>
        <p:nvSpPr>
          <p:cNvPr id="1415" name="Google Shape;1415;p27"/>
          <p:cNvSpPr txBox="1"/>
          <p:nvPr>
            <p:ph idx="7" type="title"/>
          </p:nvPr>
        </p:nvSpPr>
        <p:spPr>
          <a:xfrm>
            <a:off x="4856212" y="1651100"/>
            <a:ext cx="838800" cy="8388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lang="en"/>
              <a:t>03</a:t>
            </a:r>
            <a:endParaRPr/>
          </a:p>
        </p:txBody>
      </p:sp>
      <p:sp>
        <p:nvSpPr>
          <p:cNvPr id="1416" name="Google Shape;1416;p27"/>
          <p:cNvSpPr txBox="1"/>
          <p:nvPr>
            <p:ph idx="8" type="title"/>
          </p:nvPr>
        </p:nvSpPr>
        <p:spPr>
          <a:xfrm>
            <a:off x="5847412" y="1653675"/>
            <a:ext cx="2347500" cy="348300"/>
          </a:xfrm>
          <a:prstGeom prst="rect">
            <a:avLst/>
          </a:prstGeom>
        </p:spPr>
        <p:txBody>
          <a:bodyPr anchorCtr="0" anchor="ctr" bIns="91425" lIns="91425" spcFirstLastPara="1" rIns="90000" wrap="square" tIns="91425">
            <a:noAutofit/>
          </a:bodyPr>
          <a:lstStyle/>
          <a:p>
            <a:pPr indent="0" lvl="0" marL="0" rtl="0" algn="l">
              <a:spcBef>
                <a:spcPts val="0"/>
              </a:spcBef>
              <a:spcAft>
                <a:spcPts val="0"/>
              </a:spcAft>
              <a:buClr>
                <a:schemeClr val="dk1"/>
              </a:buClr>
              <a:buSzPts val="1100"/>
              <a:buFont typeface="Arial"/>
              <a:buNone/>
            </a:pPr>
            <a:r>
              <a:rPr lang="en"/>
              <a:t>DEBUGGING</a:t>
            </a:r>
            <a:endParaRPr/>
          </a:p>
        </p:txBody>
      </p:sp>
      <p:sp>
        <p:nvSpPr>
          <p:cNvPr id="1417" name="Google Shape;1417;p27"/>
          <p:cNvSpPr txBox="1"/>
          <p:nvPr>
            <p:ph idx="9" type="subTitle"/>
          </p:nvPr>
        </p:nvSpPr>
        <p:spPr>
          <a:xfrm>
            <a:off x="5847412" y="2001974"/>
            <a:ext cx="2347500" cy="49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What were our difficulties during the process. Any errors.</a:t>
            </a:r>
            <a:endParaRPr/>
          </a:p>
        </p:txBody>
      </p:sp>
      <p:sp>
        <p:nvSpPr>
          <p:cNvPr id="1418" name="Google Shape;1418;p27"/>
          <p:cNvSpPr txBox="1"/>
          <p:nvPr>
            <p:ph idx="13" type="title"/>
          </p:nvPr>
        </p:nvSpPr>
        <p:spPr>
          <a:xfrm>
            <a:off x="4857812" y="3260400"/>
            <a:ext cx="838800" cy="8388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lang="en"/>
              <a:t>04</a:t>
            </a:r>
            <a:endParaRPr/>
          </a:p>
        </p:txBody>
      </p:sp>
      <p:sp>
        <p:nvSpPr>
          <p:cNvPr id="1419" name="Google Shape;1419;p27"/>
          <p:cNvSpPr txBox="1"/>
          <p:nvPr>
            <p:ph idx="14" type="title"/>
          </p:nvPr>
        </p:nvSpPr>
        <p:spPr>
          <a:xfrm>
            <a:off x="5847399" y="3259050"/>
            <a:ext cx="2576700" cy="348300"/>
          </a:xfrm>
          <a:prstGeom prst="rect">
            <a:avLst/>
          </a:prstGeom>
        </p:spPr>
        <p:txBody>
          <a:bodyPr anchorCtr="0" anchor="ctr" bIns="91425" lIns="91425" spcFirstLastPara="1" rIns="90000" wrap="square" tIns="91425">
            <a:noAutofit/>
          </a:bodyPr>
          <a:lstStyle/>
          <a:p>
            <a:pPr indent="0" lvl="0" marL="0" rtl="0" algn="l">
              <a:spcBef>
                <a:spcPts val="0"/>
              </a:spcBef>
              <a:spcAft>
                <a:spcPts val="0"/>
              </a:spcAft>
              <a:buClr>
                <a:schemeClr val="dk1"/>
              </a:buClr>
              <a:buSzPts val="1100"/>
              <a:buFont typeface="Arial"/>
              <a:buNone/>
            </a:pPr>
            <a:r>
              <a:rPr lang="en"/>
              <a:t>CONCLUSIONS</a:t>
            </a:r>
            <a:endParaRPr/>
          </a:p>
        </p:txBody>
      </p:sp>
      <p:sp>
        <p:nvSpPr>
          <p:cNvPr id="1420" name="Google Shape;1420;p27"/>
          <p:cNvSpPr txBox="1"/>
          <p:nvPr>
            <p:ph idx="15" type="subTitle"/>
          </p:nvPr>
        </p:nvSpPr>
        <p:spPr>
          <a:xfrm>
            <a:off x="5847412" y="3602350"/>
            <a:ext cx="2347500" cy="49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Takeaways from the methods used. What we discovered about our data.</a:t>
            </a:r>
            <a:endParaRPr/>
          </a:p>
        </p:txBody>
      </p:sp>
      <p:sp>
        <p:nvSpPr>
          <p:cNvPr id="1421" name="Google Shape;1421;p27"/>
          <p:cNvSpPr txBox="1"/>
          <p:nvPr>
            <p:ph idx="6" type="subTitle"/>
          </p:nvPr>
        </p:nvSpPr>
        <p:spPr>
          <a:xfrm>
            <a:off x="2000212" y="2001975"/>
            <a:ext cx="2347500" cy="49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How did we find our data. What did we decide 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28"/>
          <p:cNvSpPr txBox="1"/>
          <p:nvPr>
            <p:ph type="title"/>
          </p:nvPr>
        </p:nvSpPr>
        <p:spPr>
          <a:xfrm>
            <a:off x="1747188" y="1418745"/>
            <a:ext cx="5649600" cy="765600"/>
          </a:xfrm>
          <a:prstGeom prst="rect">
            <a:avLst/>
          </a:prstGeom>
        </p:spPr>
        <p:txBody>
          <a:bodyPr anchorCtr="0" anchor="ctr" bIns="0" lIns="91425" spcFirstLastPara="1" rIns="91425" wrap="square" tIns="72000">
            <a:noAutofit/>
          </a:bodyPr>
          <a:lstStyle/>
          <a:p>
            <a:pPr indent="0" lvl="0" marL="0" rtl="0" algn="ctr">
              <a:spcBef>
                <a:spcPts val="0"/>
              </a:spcBef>
              <a:spcAft>
                <a:spcPts val="0"/>
              </a:spcAft>
              <a:buNone/>
            </a:pPr>
            <a:r>
              <a:rPr lang="en"/>
              <a:t>Part I.</a:t>
            </a:r>
            <a:endParaRPr/>
          </a:p>
        </p:txBody>
      </p:sp>
      <p:sp>
        <p:nvSpPr>
          <p:cNvPr id="1427" name="Google Shape;1427;p28"/>
          <p:cNvSpPr txBox="1"/>
          <p:nvPr>
            <p:ph idx="1" type="subTitle"/>
          </p:nvPr>
        </p:nvSpPr>
        <p:spPr>
          <a:xfrm>
            <a:off x="1747188" y="2329800"/>
            <a:ext cx="5649600" cy="673800"/>
          </a:xfrm>
          <a:prstGeom prst="rect">
            <a:avLst/>
          </a:prstGeom>
        </p:spPr>
        <p:txBody>
          <a:bodyPr anchorCtr="0" anchor="t" bIns="0" lIns="126000" spcFirstLastPara="1" rIns="126000" wrap="square" tIns="0">
            <a:noAutofit/>
          </a:bodyPr>
          <a:lstStyle/>
          <a:p>
            <a:pPr indent="0" lvl="0" marL="0" rtl="0" algn="ctr">
              <a:spcBef>
                <a:spcPts val="0"/>
              </a:spcBef>
              <a:spcAft>
                <a:spcPts val="0"/>
              </a:spcAft>
              <a:buNone/>
            </a:pPr>
            <a:r>
              <a:rPr lang="en" sz="2000">
                <a:latin typeface="Jost Medium"/>
                <a:ea typeface="Jost Medium"/>
                <a:cs typeface="Jost Medium"/>
                <a:sym typeface="Jost Medium"/>
              </a:rPr>
              <a:t>Comparison of Machine Learning Methods for Classification</a:t>
            </a:r>
            <a:endParaRPr sz="2000">
              <a:latin typeface="Jost Medium"/>
              <a:ea typeface="Jost Medium"/>
              <a:cs typeface="Jost Medium"/>
              <a:sym typeface="Jost Medium"/>
            </a:endParaRPr>
          </a:p>
        </p:txBody>
      </p:sp>
      <p:grpSp>
        <p:nvGrpSpPr>
          <p:cNvPr id="1428" name="Google Shape;1428;p28"/>
          <p:cNvGrpSpPr/>
          <p:nvPr/>
        </p:nvGrpSpPr>
        <p:grpSpPr>
          <a:xfrm flipH="1">
            <a:off x="6801175" y="3843025"/>
            <a:ext cx="1221300" cy="570400"/>
            <a:chOff x="670175" y="3809850"/>
            <a:chExt cx="1221300" cy="570400"/>
          </a:xfrm>
        </p:grpSpPr>
        <p:cxnSp>
          <p:nvCxnSpPr>
            <p:cNvPr id="1429" name="Google Shape;1429;p28"/>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30" name="Google Shape;1430;p28"/>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31" name="Google Shape;1431;p28"/>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432" name="Google Shape;1432;p28"/>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433" name="Google Shape;1433;p28"/>
          <p:cNvSpPr/>
          <p:nvPr/>
        </p:nvSpPr>
        <p:spPr>
          <a:xfrm flipH="1">
            <a:off x="995525"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4" name="Google Shape;1434;p28"/>
          <p:cNvPicPr preferRelativeResize="0"/>
          <p:nvPr/>
        </p:nvPicPr>
        <p:blipFill rotWithShape="1">
          <a:blip r:embed="rId3">
            <a:alphaModFix/>
          </a:blip>
          <a:srcRect b="22039" l="3157" r="0" t="0"/>
          <a:stretch/>
        </p:blipFill>
        <p:spPr>
          <a:xfrm>
            <a:off x="2267563" y="3721675"/>
            <a:ext cx="4608825" cy="1107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grpSp>
        <p:nvGrpSpPr>
          <p:cNvPr id="1439" name="Google Shape;1439;p29"/>
          <p:cNvGrpSpPr/>
          <p:nvPr/>
        </p:nvGrpSpPr>
        <p:grpSpPr>
          <a:xfrm>
            <a:off x="1121475" y="3843025"/>
            <a:ext cx="1221300" cy="570400"/>
            <a:chOff x="670175" y="3809850"/>
            <a:chExt cx="1221300" cy="570400"/>
          </a:xfrm>
        </p:grpSpPr>
        <p:cxnSp>
          <p:nvCxnSpPr>
            <p:cNvPr id="1440" name="Google Shape;1440;p29"/>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41" name="Google Shape;1441;p29"/>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42" name="Google Shape;1442;p29"/>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443" name="Google Shape;1443;p29"/>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pic>
        <p:nvPicPr>
          <p:cNvPr id="1444" name="Google Shape;1444;p29"/>
          <p:cNvPicPr preferRelativeResize="0"/>
          <p:nvPr/>
        </p:nvPicPr>
        <p:blipFill rotWithShape="1">
          <a:blip r:embed="rId3">
            <a:alphaModFix/>
          </a:blip>
          <a:srcRect b="24648" l="3185" r="0" t="-3172"/>
          <a:stretch/>
        </p:blipFill>
        <p:spPr>
          <a:xfrm>
            <a:off x="2266975" y="3785450"/>
            <a:ext cx="4610052" cy="1035225"/>
          </a:xfrm>
          <a:prstGeom prst="rect">
            <a:avLst/>
          </a:prstGeom>
          <a:noFill/>
          <a:ln>
            <a:noFill/>
          </a:ln>
        </p:spPr>
      </p:pic>
      <p:sp>
        <p:nvSpPr>
          <p:cNvPr id="1445" name="Google Shape;1445;p29"/>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Finding Data</a:t>
            </a:r>
            <a:endParaRPr/>
          </a:p>
        </p:txBody>
      </p:sp>
      <p:sp>
        <p:nvSpPr>
          <p:cNvPr id="1446" name="Google Shape;1446;p29"/>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447" name="Google Shape;1447;p29"/>
          <p:cNvSpPr txBox="1"/>
          <p:nvPr>
            <p:ph idx="1" type="subTitle"/>
          </p:nvPr>
        </p:nvSpPr>
        <p:spPr>
          <a:xfrm>
            <a:off x="3043150" y="2366700"/>
            <a:ext cx="4827600" cy="4101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a:t>Kaggle was our main tool! Tags helped us find a data set good for </a:t>
            </a:r>
            <a:r>
              <a:rPr lang="en"/>
              <a:t>classification. Ultimately, we chose </a:t>
            </a:r>
            <a:r>
              <a:rPr b="1" lang="en"/>
              <a:t>F1 Drivers Churn Prediction</a:t>
            </a:r>
            <a:r>
              <a:rPr lang="en"/>
              <a:t>. </a:t>
            </a:r>
            <a:endParaRPr/>
          </a:p>
        </p:txBody>
      </p:sp>
      <p:sp>
        <p:nvSpPr>
          <p:cNvPr id="1448" name="Google Shape;1448;p29"/>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grpSp>
        <p:nvGrpSpPr>
          <p:cNvPr id="1453" name="Google Shape;1453;p30"/>
          <p:cNvGrpSpPr/>
          <p:nvPr/>
        </p:nvGrpSpPr>
        <p:grpSpPr>
          <a:xfrm>
            <a:off x="1121475" y="3843025"/>
            <a:ext cx="1221300" cy="570400"/>
            <a:chOff x="670175" y="3809850"/>
            <a:chExt cx="1221300" cy="570400"/>
          </a:xfrm>
        </p:grpSpPr>
        <p:cxnSp>
          <p:nvCxnSpPr>
            <p:cNvPr id="1454" name="Google Shape;1454;p30"/>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55" name="Google Shape;1455;p30"/>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56" name="Google Shape;1456;p30"/>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457" name="Google Shape;1457;p30"/>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pic>
        <p:nvPicPr>
          <p:cNvPr id="1458" name="Google Shape;1458;p30"/>
          <p:cNvPicPr preferRelativeResize="0"/>
          <p:nvPr/>
        </p:nvPicPr>
        <p:blipFill rotWithShape="1">
          <a:blip r:embed="rId3">
            <a:alphaModFix/>
          </a:blip>
          <a:srcRect b="24648" l="3185" r="0" t="-3172"/>
          <a:stretch/>
        </p:blipFill>
        <p:spPr>
          <a:xfrm>
            <a:off x="2266975" y="3785450"/>
            <a:ext cx="4610052" cy="1035225"/>
          </a:xfrm>
          <a:prstGeom prst="rect">
            <a:avLst/>
          </a:prstGeom>
          <a:noFill/>
          <a:ln>
            <a:noFill/>
          </a:ln>
        </p:spPr>
      </p:pic>
      <p:sp>
        <p:nvSpPr>
          <p:cNvPr id="1459" name="Google Shape;1459;p30"/>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Writing Code</a:t>
            </a:r>
            <a:endParaRPr/>
          </a:p>
        </p:txBody>
      </p:sp>
      <p:sp>
        <p:nvSpPr>
          <p:cNvPr id="1460" name="Google Shape;1460;p30"/>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461" name="Google Shape;1461;p30"/>
          <p:cNvSpPr txBox="1"/>
          <p:nvPr>
            <p:ph idx="1" type="subTitle"/>
          </p:nvPr>
        </p:nvSpPr>
        <p:spPr>
          <a:xfrm>
            <a:off x="3043150" y="2366700"/>
            <a:ext cx="4827600" cy="41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HW and notes were our primary tools. </a:t>
            </a:r>
            <a:endParaRPr/>
          </a:p>
          <a:p>
            <a:pPr indent="0" lvl="0" marL="0" rtl="0" algn="l">
              <a:spcBef>
                <a:spcPts val="1600"/>
              </a:spcBef>
              <a:spcAft>
                <a:spcPts val="1600"/>
              </a:spcAft>
              <a:buNone/>
            </a:pPr>
            <a:r>
              <a:rPr lang="en"/>
              <a:t>Let’s take a look at some of our code.</a:t>
            </a:r>
            <a:endParaRPr/>
          </a:p>
        </p:txBody>
      </p:sp>
      <p:sp>
        <p:nvSpPr>
          <p:cNvPr id="1462" name="Google Shape;1462;p30"/>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grpSp>
        <p:nvGrpSpPr>
          <p:cNvPr id="1467" name="Google Shape;1467;p31"/>
          <p:cNvGrpSpPr/>
          <p:nvPr/>
        </p:nvGrpSpPr>
        <p:grpSpPr>
          <a:xfrm>
            <a:off x="1121475" y="3843025"/>
            <a:ext cx="1221300" cy="570400"/>
            <a:chOff x="670175" y="3809850"/>
            <a:chExt cx="1221300" cy="570400"/>
          </a:xfrm>
        </p:grpSpPr>
        <p:cxnSp>
          <p:nvCxnSpPr>
            <p:cNvPr id="1468" name="Google Shape;1468;p31"/>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69" name="Google Shape;1469;p31"/>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70" name="Google Shape;1470;p31"/>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471" name="Google Shape;1471;p31"/>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pic>
        <p:nvPicPr>
          <p:cNvPr id="1472" name="Google Shape;1472;p31"/>
          <p:cNvPicPr preferRelativeResize="0"/>
          <p:nvPr/>
        </p:nvPicPr>
        <p:blipFill rotWithShape="1">
          <a:blip r:embed="rId3">
            <a:alphaModFix/>
          </a:blip>
          <a:srcRect b="24648" l="3185" r="0" t="-3172"/>
          <a:stretch/>
        </p:blipFill>
        <p:spPr>
          <a:xfrm>
            <a:off x="2266975" y="3785450"/>
            <a:ext cx="4610052" cy="1035225"/>
          </a:xfrm>
          <a:prstGeom prst="rect">
            <a:avLst/>
          </a:prstGeom>
          <a:noFill/>
          <a:ln>
            <a:noFill/>
          </a:ln>
        </p:spPr>
      </p:pic>
      <p:sp>
        <p:nvSpPr>
          <p:cNvPr id="1473" name="Google Shape;1473;p31"/>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Debugging</a:t>
            </a:r>
            <a:endParaRPr/>
          </a:p>
        </p:txBody>
      </p:sp>
      <p:sp>
        <p:nvSpPr>
          <p:cNvPr id="1474" name="Google Shape;1474;p31"/>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475" name="Google Shape;1475;p31"/>
          <p:cNvSpPr txBox="1"/>
          <p:nvPr>
            <p:ph idx="1" type="subTitle"/>
          </p:nvPr>
        </p:nvSpPr>
        <p:spPr>
          <a:xfrm>
            <a:off x="3043150" y="2366700"/>
            <a:ext cx="4827600" cy="410100"/>
          </a:xfrm>
          <a:prstGeom prst="rect">
            <a:avLst/>
          </a:prstGeom>
        </p:spPr>
        <p:txBody>
          <a:bodyPr anchorCtr="0" anchor="ctr" bIns="91425" lIns="91425" spcFirstLastPara="1" rIns="91425" wrap="square" tIns="91425">
            <a:noAutofit/>
          </a:bodyPr>
          <a:lstStyle/>
          <a:p>
            <a:pPr indent="-406400" lvl="0" marL="457200" rtl="0" algn="l">
              <a:spcBef>
                <a:spcPts val="0"/>
              </a:spcBef>
              <a:spcAft>
                <a:spcPts val="0"/>
              </a:spcAft>
              <a:buSzPts val="2800"/>
              <a:buChar char="●"/>
            </a:pPr>
            <a:r>
              <a:rPr lang="en"/>
              <a:t>Fairly smooth process</a:t>
            </a:r>
            <a:endParaRPr/>
          </a:p>
          <a:p>
            <a:pPr indent="-406400" lvl="0" marL="457200" rtl="0" algn="l">
              <a:spcBef>
                <a:spcPts val="0"/>
              </a:spcBef>
              <a:spcAft>
                <a:spcPts val="0"/>
              </a:spcAft>
              <a:buSzPts val="2800"/>
              <a:buChar char="●"/>
            </a:pPr>
            <a:r>
              <a:rPr lang="en"/>
              <a:t>Semicolon separated dataset rather than comma separated→ had to change from standard procedure</a:t>
            </a:r>
            <a:endParaRPr/>
          </a:p>
        </p:txBody>
      </p:sp>
      <p:sp>
        <p:nvSpPr>
          <p:cNvPr id="1476" name="Google Shape;1476;p31"/>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grpSp>
        <p:nvGrpSpPr>
          <p:cNvPr id="1481" name="Google Shape;1481;p32"/>
          <p:cNvGrpSpPr/>
          <p:nvPr/>
        </p:nvGrpSpPr>
        <p:grpSpPr>
          <a:xfrm>
            <a:off x="1121475" y="3843025"/>
            <a:ext cx="1221300" cy="570400"/>
            <a:chOff x="670175" y="3809850"/>
            <a:chExt cx="1221300" cy="570400"/>
          </a:xfrm>
        </p:grpSpPr>
        <p:cxnSp>
          <p:nvCxnSpPr>
            <p:cNvPr id="1482" name="Google Shape;1482;p32"/>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83" name="Google Shape;1483;p32"/>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84" name="Google Shape;1484;p32"/>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485" name="Google Shape;1485;p32"/>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pic>
        <p:nvPicPr>
          <p:cNvPr id="1486" name="Google Shape;1486;p32"/>
          <p:cNvPicPr preferRelativeResize="0"/>
          <p:nvPr/>
        </p:nvPicPr>
        <p:blipFill rotWithShape="1">
          <a:blip r:embed="rId3">
            <a:alphaModFix/>
          </a:blip>
          <a:srcRect b="24648" l="3185" r="0" t="-3172"/>
          <a:stretch/>
        </p:blipFill>
        <p:spPr>
          <a:xfrm>
            <a:off x="2266975" y="3785450"/>
            <a:ext cx="4610052" cy="1035225"/>
          </a:xfrm>
          <a:prstGeom prst="rect">
            <a:avLst/>
          </a:prstGeom>
          <a:noFill/>
          <a:ln>
            <a:noFill/>
          </a:ln>
        </p:spPr>
      </p:pic>
      <p:sp>
        <p:nvSpPr>
          <p:cNvPr id="1487" name="Google Shape;1487;p32"/>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Conclusions</a:t>
            </a:r>
            <a:endParaRPr/>
          </a:p>
        </p:txBody>
      </p:sp>
      <p:sp>
        <p:nvSpPr>
          <p:cNvPr id="1488" name="Google Shape;1488;p32"/>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489" name="Google Shape;1489;p32"/>
          <p:cNvSpPr txBox="1"/>
          <p:nvPr>
            <p:ph idx="1" type="subTitle"/>
          </p:nvPr>
        </p:nvSpPr>
        <p:spPr>
          <a:xfrm>
            <a:off x="3043150" y="2625050"/>
            <a:ext cx="4827600" cy="410100"/>
          </a:xfrm>
          <a:prstGeom prst="rect">
            <a:avLst/>
          </a:prstGeom>
        </p:spPr>
        <p:txBody>
          <a:bodyPr anchorCtr="0" anchor="ctr" bIns="91425" lIns="91425" spcFirstLastPara="1" rIns="91425" wrap="square" tIns="91425">
            <a:noAutofit/>
          </a:bodyPr>
          <a:lstStyle/>
          <a:p>
            <a:pPr indent="-400050" lvl="0" marL="457200" rtl="0" algn="l">
              <a:spcBef>
                <a:spcPts val="0"/>
              </a:spcBef>
              <a:spcAft>
                <a:spcPts val="0"/>
              </a:spcAft>
              <a:buSzPts val="2700"/>
              <a:buChar char="●"/>
            </a:pPr>
            <a:r>
              <a:rPr lang="en" sz="1700"/>
              <a:t>k</a:t>
            </a:r>
            <a:r>
              <a:rPr lang="en" sz="1700"/>
              <a:t> -nearest neighbors had best accuracy on </a:t>
            </a:r>
            <a:r>
              <a:rPr i="1" lang="en" sz="1700"/>
              <a:t>test set</a:t>
            </a:r>
            <a:r>
              <a:rPr lang="en" sz="1700"/>
              <a:t>, but </a:t>
            </a:r>
            <a:r>
              <a:rPr lang="en" sz="1700"/>
              <a:t>support-vector classifier had best on </a:t>
            </a:r>
            <a:r>
              <a:rPr i="1" lang="en" sz="1700"/>
              <a:t>training set</a:t>
            </a:r>
            <a:endParaRPr i="1" sz="1700"/>
          </a:p>
          <a:p>
            <a:pPr indent="-400050" lvl="0" marL="457200" rtl="0" algn="l">
              <a:spcBef>
                <a:spcPts val="0"/>
              </a:spcBef>
              <a:spcAft>
                <a:spcPts val="0"/>
              </a:spcAft>
              <a:buSzPts val="2700"/>
              <a:buChar char="●"/>
            </a:pPr>
            <a:r>
              <a:rPr lang="en" sz="1700"/>
              <a:t>Worst accuracy (by far) MLP classifier</a:t>
            </a:r>
            <a:endParaRPr sz="1700"/>
          </a:p>
          <a:p>
            <a:pPr indent="-400050" lvl="1" marL="914400" marR="0" rtl="0" algn="l">
              <a:lnSpc>
                <a:spcPct val="100000"/>
              </a:lnSpc>
              <a:spcBef>
                <a:spcPts val="0"/>
              </a:spcBef>
              <a:spcAft>
                <a:spcPts val="0"/>
              </a:spcAft>
              <a:buSzPts val="2700"/>
              <a:buChar char="○"/>
            </a:pPr>
            <a:r>
              <a:rPr lang="en" sz="1700"/>
              <a:t>All other methods had around 85-90%</a:t>
            </a:r>
            <a:endParaRPr sz="1700"/>
          </a:p>
        </p:txBody>
      </p:sp>
      <p:sp>
        <p:nvSpPr>
          <p:cNvPr id="1490" name="Google Shape;1490;p32"/>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33"/>
          <p:cNvSpPr txBox="1"/>
          <p:nvPr>
            <p:ph type="title"/>
          </p:nvPr>
        </p:nvSpPr>
        <p:spPr>
          <a:xfrm>
            <a:off x="3043150" y="1213828"/>
            <a:ext cx="4827600" cy="964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Conclusions </a:t>
            </a:r>
            <a:r>
              <a:rPr lang="en" sz="1400"/>
              <a:t>(Table)</a:t>
            </a:r>
            <a:endParaRPr sz="1400"/>
          </a:p>
        </p:txBody>
      </p:sp>
      <p:sp>
        <p:nvSpPr>
          <p:cNvPr id="1496" name="Google Shape;1496;p33"/>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pic>
        <p:nvPicPr>
          <p:cNvPr id="1497" name="Google Shape;1497;p33" title="Screenshot 2025-05-08 082532.png"/>
          <p:cNvPicPr preferRelativeResize="0"/>
          <p:nvPr/>
        </p:nvPicPr>
        <p:blipFill>
          <a:blip r:embed="rId3">
            <a:alphaModFix/>
          </a:blip>
          <a:stretch>
            <a:fillRect/>
          </a:stretch>
        </p:blipFill>
        <p:spPr>
          <a:xfrm>
            <a:off x="2888750" y="2330428"/>
            <a:ext cx="4158914" cy="266067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sp>
        <p:nvSpPr>
          <p:cNvPr id="1502" name="Google Shape;1502;p34"/>
          <p:cNvSpPr txBox="1"/>
          <p:nvPr>
            <p:ph type="title"/>
          </p:nvPr>
        </p:nvSpPr>
        <p:spPr>
          <a:xfrm>
            <a:off x="1747188" y="1418745"/>
            <a:ext cx="5649600" cy="765600"/>
          </a:xfrm>
          <a:prstGeom prst="rect">
            <a:avLst/>
          </a:prstGeom>
        </p:spPr>
        <p:txBody>
          <a:bodyPr anchorCtr="0" anchor="ctr" bIns="0" lIns="91425" spcFirstLastPara="1" rIns="91425" wrap="square" tIns="72000">
            <a:noAutofit/>
          </a:bodyPr>
          <a:lstStyle/>
          <a:p>
            <a:pPr indent="0" lvl="0" marL="0" rtl="0" algn="ctr">
              <a:spcBef>
                <a:spcPts val="0"/>
              </a:spcBef>
              <a:spcAft>
                <a:spcPts val="0"/>
              </a:spcAft>
              <a:buNone/>
            </a:pPr>
            <a:r>
              <a:rPr lang="en"/>
              <a:t>Part 2.</a:t>
            </a:r>
            <a:endParaRPr/>
          </a:p>
        </p:txBody>
      </p:sp>
      <p:sp>
        <p:nvSpPr>
          <p:cNvPr id="1503" name="Google Shape;1503;p34"/>
          <p:cNvSpPr txBox="1"/>
          <p:nvPr>
            <p:ph idx="1" type="subTitle"/>
          </p:nvPr>
        </p:nvSpPr>
        <p:spPr>
          <a:xfrm>
            <a:off x="771875" y="2184350"/>
            <a:ext cx="7894200" cy="673800"/>
          </a:xfrm>
          <a:prstGeom prst="rect">
            <a:avLst/>
          </a:prstGeom>
        </p:spPr>
        <p:txBody>
          <a:bodyPr anchorCtr="0" anchor="t" bIns="0" lIns="126000" spcFirstLastPara="1" rIns="126000" wrap="square" tIns="0">
            <a:noAutofit/>
          </a:bodyPr>
          <a:lstStyle/>
          <a:p>
            <a:pPr indent="0" lvl="0" marL="0" rtl="0" algn="ctr">
              <a:spcBef>
                <a:spcPts val="0"/>
              </a:spcBef>
              <a:spcAft>
                <a:spcPts val="0"/>
              </a:spcAft>
              <a:buNone/>
            </a:pPr>
            <a:r>
              <a:rPr lang="en" sz="2000">
                <a:latin typeface="Jost Medium"/>
                <a:ea typeface="Jost Medium"/>
                <a:cs typeface="Jost Medium"/>
                <a:sym typeface="Jost Medium"/>
              </a:rPr>
              <a:t>Comparison of Machine			 Learning Methods for Regression</a:t>
            </a:r>
            <a:endParaRPr sz="2000">
              <a:latin typeface="Jost Medium"/>
              <a:ea typeface="Jost Medium"/>
              <a:cs typeface="Jost Medium"/>
              <a:sym typeface="Jost Medium"/>
            </a:endParaRPr>
          </a:p>
        </p:txBody>
      </p:sp>
      <p:grpSp>
        <p:nvGrpSpPr>
          <p:cNvPr id="1504" name="Google Shape;1504;p34"/>
          <p:cNvGrpSpPr/>
          <p:nvPr/>
        </p:nvGrpSpPr>
        <p:grpSpPr>
          <a:xfrm flipH="1">
            <a:off x="6801175" y="3843025"/>
            <a:ext cx="1221300" cy="570400"/>
            <a:chOff x="670175" y="3809850"/>
            <a:chExt cx="1221300" cy="570400"/>
          </a:xfrm>
        </p:grpSpPr>
        <p:cxnSp>
          <p:nvCxnSpPr>
            <p:cNvPr id="1505" name="Google Shape;1505;p34"/>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06" name="Google Shape;1506;p34"/>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07" name="Google Shape;1507;p34"/>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508" name="Google Shape;1508;p34"/>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509" name="Google Shape;1509;p34"/>
          <p:cNvSpPr/>
          <p:nvPr/>
        </p:nvSpPr>
        <p:spPr>
          <a:xfrm flipH="1">
            <a:off x="995525"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10" name="Google Shape;1510;p34"/>
          <p:cNvPicPr preferRelativeResize="0"/>
          <p:nvPr/>
        </p:nvPicPr>
        <p:blipFill>
          <a:blip r:embed="rId3">
            <a:alphaModFix/>
          </a:blip>
          <a:stretch>
            <a:fillRect/>
          </a:stretch>
        </p:blipFill>
        <p:spPr>
          <a:xfrm>
            <a:off x="2643799" y="1972000"/>
            <a:ext cx="3303075" cy="3303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grpSp>
        <p:nvGrpSpPr>
          <p:cNvPr id="1515" name="Google Shape;1515;p35"/>
          <p:cNvGrpSpPr/>
          <p:nvPr/>
        </p:nvGrpSpPr>
        <p:grpSpPr>
          <a:xfrm>
            <a:off x="1121475" y="3843025"/>
            <a:ext cx="1221300" cy="570400"/>
            <a:chOff x="670175" y="3809850"/>
            <a:chExt cx="1221300" cy="570400"/>
          </a:xfrm>
        </p:grpSpPr>
        <p:cxnSp>
          <p:nvCxnSpPr>
            <p:cNvPr id="1516" name="Google Shape;1516;p35"/>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17" name="Google Shape;1517;p35"/>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18" name="Google Shape;1518;p35"/>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519" name="Google Shape;1519;p35"/>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520" name="Google Shape;1520;p35"/>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Finding Data</a:t>
            </a:r>
            <a:endParaRPr/>
          </a:p>
        </p:txBody>
      </p:sp>
      <p:sp>
        <p:nvSpPr>
          <p:cNvPr id="1521" name="Google Shape;1521;p35"/>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522" name="Google Shape;1522;p35"/>
          <p:cNvSpPr txBox="1"/>
          <p:nvPr>
            <p:ph idx="1" type="subTitle"/>
          </p:nvPr>
        </p:nvSpPr>
        <p:spPr>
          <a:xfrm>
            <a:off x="3043150" y="2366700"/>
            <a:ext cx="4827600" cy="4101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a:t>Kaggle was our main tool! Tags helped us find a data set good for regression. Ultimately, we chose 				</a:t>
            </a:r>
            <a:r>
              <a:rPr b="1" lang="en"/>
              <a:t>Possum Regression</a:t>
            </a:r>
            <a:r>
              <a:rPr lang="en"/>
              <a:t>  </a:t>
            </a:r>
            <a:endParaRPr/>
          </a:p>
        </p:txBody>
      </p:sp>
      <p:sp>
        <p:nvSpPr>
          <p:cNvPr id="1523" name="Google Shape;1523;p35"/>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24" name="Google Shape;1524;p35"/>
          <p:cNvPicPr preferRelativeResize="0"/>
          <p:nvPr/>
        </p:nvPicPr>
        <p:blipFill>
          <a:blip r:embed="rId3">
            <a:alphaModFix/>
          </a:blip>
          <a:stretch>
            <a:fillRect/>
          </a:stretch>
        </p:blipFill>
        <p:spPr>
          <a:xfrm>
            <a:off x="2342775" y="2366700"/>
            <a:ext cx="2996502" cy="2996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grpSp>
        <p:nvGrpSpPr>
          <p:cNvPr id="1529" name="Google Shape;1529;p36"/>
          <p:cNvGrpSpPr/>
          <p:nvPr/>
        </p:nvGrpSpPr>
        <p:grpSpPr>
          <a:xfrm>
            <a:off x="1121475" y="3843025"/>
            <a:ext cx="1221300" cy="570400"/>
            <a:chOff x="670175" y="3809850"/>
            <a:chExt cx="1221300" cy="570400"/>
          </a:xfrm>
        </p:grpSpPr>
        <p:cxnSp>
          <p:nvCxnSpPr>
            <p:cNvPr id="1530" name="Google Shape;1530;p36"/>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31" name="Google Shape;1531;p36"/>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32" name="Google Shape;1532;p36"/>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533" name="Google Shape;1533;p36"/>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534" name="Google Shape;1534;p36"/>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535" name="Google Shape;1535;p36"/>
          <p:cNvSpPr txBox="1"/>
          <p:nvPr>
            <p:ph idx="1" type="subTitle"/>
          </p:nvPr>
        </p:nvSpPr>
        <p:spPr>
          <a:xfrm>
            <a:off x="3043150" y="2297325"/>
            <a:ext cx="4827600" cy="41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HW and notes were our primary tools.</a:t>
            </a:r>
            <a:endParaRPr/>
          </a:p>
          <a:p>
            <a:pPr indent="0" lvl="0" marL="0" rtl="0" algn="l">
              <a:spcBef>
                <a:spcPts val="1600"/>
              </a:spcBef>
              <a:spcAft>
                <a:spcPts val="1600"/>
              </a:spcAft>
              <a:buNone/>
            </a:pPr>
            <a:r>
              <a:rPr lang="en"/>
              <a:t>Office hours helped too! </a:t>
            </a:r>
            <a:endParaRPr/>
          </a:p>
        </p:txBody>
      </p:sp>
      <p:sp>
        <p:nvSpPr>
          <p:cNvPr id="1536" name="Google Shape;1536;p36"/>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7" name="Google Shape;1537;p36"/>
          <p:cNvPicPr preferRelativeResize="0"/>
          <p:nvPr/>
        </p:nvPicPr>
        <p:blipFill>
          <a:blip r:embed="rId3">
            <a:alphaModFix/>
          </a:blip>
          <a:stretch>
            <a:fillRect/>
          </a:stretch>
        </p:blipFill>
        <p:spPr>
          <a:xfrm>
            <a:off x="3402125" y="2087475"/>
            <a:ext cx="3185175" cy="3185199"/>
          </a:xfrm>
          <a:prstGeom prst="rect">
            <a:avLst/>
          </a:prstGeom>
          <a:noFill/>
          <a:ln>
            <a:noFill/>
          </a:ln>
        </p:spPr>
      </p:pic>
      <p:sp>
        <p:nvSpPr>
          <p:cNvPr id="1538" name="Google Shape;1538;p36"/>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Writing Code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grpSp>
        <p:nvGrpSpPr>
          <p:cNvPr id="1543" name="Google Shape;1543;p37"/>
          <p:cNvGrpSpPr/>
          <p:nvPr/>
        </p:nvGrpSpPr>
        <p:grpSpPr>
          <a:xfrm>
            <a:off x="1121475" y="3843025"/>
            <a:ext cx="1221300" cy="570400"/>
            <a:chOff x="670175" y="3809850"/>
            <a:chExt cx="1221300" cy="570400"/>
          </a:xfrm>
        </p:grpSpPr>
        <p:cxnSp>
          <p:nvCxnSpPr>
            <p:cNvPr id="1544" name="Google Shape;1544;p37"/>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45" name="Google Shape;1545;p37"/>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46" name="Google Shape;1546;p37"/>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547" name="Google Shape;1547;p37"/>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548" name="Google Shape;1548;p37"/>
          <p:cNvSpPr txBox="1"/>
          <p:nvPr>
            <p:ph type="title"/>
          </p:nvPr>
        </p:nvSpPr>
        <p:spPr>
          <a:xfrm>
            <a:off x="3043150" y="10494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Debugging</a:t>
            </a:r>
            <a:endParaRPr/>
          </a:p>
        </p:txBody>
      </p:sp>
      <p:sp>
        <p:nvSpPr>
          <p:cNvPr id="1549" name="Google Shape;1549;p37"/>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550" name="Google Shape;1550;p37"/>
          <p:cNvSpPr txBox="1"/>
          <p:nvPr>
            <p:ph idx="1" type="subTitle"/>
          </p:nvPr>
        </p:nvSpPr>
        <p:spPr>
          <a:xfrm>
            <a:off x="3302175" y="2999200"/>
            <a:ext cx="5613300" cy="470400"/>
          </a:xfrm>
          <a:prstGeom prst="rect">
            <a:avLst/>
          </a:prstGeom>
        </p:spPr>
        <p:txBody>
          <a:bodyPr anchorCtr="0" anchor="ctr" bIns="91425" lIns="91425" spcFirstLastPara="1" rIns="91425" wrap="square" tIns="91425">
            <a:noAutofit/>
          </a:bodyPr>
          <a:lstStyle/>
          <a:p>
            <a:pPr indent="-400050" lvl="0" marL="457200" marR="0" rtl="0" algn="l">
              <a:lnSpc>
                <a:spcPct val="100000"/>
              </a:lnSpc>
              <a:spcBef>
                <a:spcPts val="0"/>
              </a:spcBef>
              <a:spcAft>
                <a:spcPts val="0"/>
              </a:spcAft>
              <a:buSzPts val="2700"/>
              <a:buChar char="●"/>
            </a:pPr>
            <a:r>
              <a:rPr lang="en" sz="1700"/>
              <a:t>Much more troublesome than classification</a:t>
            </a:r>
            <a:endParaRPr sz="1700"/>
          </a:p>
          <a:p>
            <a:pPr indent="-400050" lvl="0" marL="457200" marR="0" rtl="0" algn="l">
              <a:lnSpc>
                <a:spcPct val="100000"/>
              </a:lnSpc>
              <a:spcBef>
                <a:spcPts val="0"/>
              </a:spcBef>
              <a:spcAft>
                <a:spcPts val="0"/>
              </a:spcAft>
              <a:buSzPts val="2700"/>
              <a:buChar char="●"/>
            </a:pPr>
            <a:r>
              <a:rPr lang="en" sz="1700"/>
              <a:t>Almost line had to be altered and reran at least once</a:t>
            </a:r>
            <a:endParaRPr sz="1700"/>
          </a:p>
          <a:p>
            <a:pPr indent="-400050" lvl="0" marL="457200" marR="0" rtl="0" algn="l">
              <a:lnSpc>
                <a:spcPct val="100000"/>
              </a:lnSpc>
              <a:spcBef>
                <a:spcPts val="0"/>
              </a:spcBef>
              <a:spcAft>
                <a:spcPts val="0"/>
              </a:spcAft>
              <a:buSzPts val="2700"/>
              <a:buChar char="●"/>
            </a:pPr>
            <a:r>
              <a:rPr lang="en" sz="1700"/>
              <a:t>Specific problem areas:</a:t>
            </a:r>
            <a:endParaRPr sz="1700"/>
          </a:p>
          <a:p>
            <a:pPr indent="-400050" lvl="1" marL="914400" marR="0" rtl="0" algn="l">
              <a:lnSpc>
                <a:spcPct val="100000"/>
              </a:lnSpc>
              <a:spcBef>
                <a:spcPts val="0"/>
              </a:spcBef>
              <a:spcAft>
                <a:spcPts val="0"/>
              </a:spcAft>
              <a:buSzPts val="2700"/>
              <a:buChar char="○"/>
            </a:pPr>
            <a:r>
              <a:rPr lang="en" sz="1700"/>
              <a:t>One Hot Encoding test and training set</a:t>
            </a:r>
            <a:endParaRPr sz="1700"/>
          </a:p>
          <a:p>
            <a:pPr indent="-400050" lvl="1" marL="914400" marR="0" rtl="0" algn="l">
              <a:lnSpc>
                <a:spcPct val="100000"/>
              </a:lnSpc>
              <a:spcBef>
                <a:spcPts val="0"/>
              </a:spcBef>
              <a:spcAft>
                <a:spcPts val="0"/>
              </a:spcAft>
              <a:buSzPts val="2700"/>
              <a:buChar char="○"/>
            </a:pPr>
            <a:r>
              <a:rPr lang="en" sz="1700"/>
              <a:t>Class </a:t>
            </a:r>
            <a:r>
              <a:rPr lang="en" sz="1700"/>
              <a:t>examples had to be modified to correspond with One Hot Encoder</a:t>
            </a:r>
            <a:endParaRPr sz="1700"/>
          </a:p>
          <a:p>
            <a:pPr indent="-336550" lvl="1" marL="914400" marR="0" rtl="0" algn="l">
              <a:lnSpc>
                <a:spcPct val="100000"/>
              </a:lnSpc>
              <a:spcBef>
                <a:spcPts val="0"/>
              </a:spcBef>
              <a:spcAft>
                <a:spcPts val="0"/>
              </a:spcAft>
              <a:buSzPts val="1700"/>
              <a:buChar char="○"/>
            </a:pPr>
            <a:r>
              <a:rPr lang="en" sz="1700"/>
              <a:t>“Too many values to unpack” in MLP regression</a:t>
            </a:r>
            <a:endParaRPr sz="1700"/>
          </a:p>
        </p:txBody>
      </p:sp>
      <p:sp>
        <p:nvSpPr>
          <p:cNvPr id="1551" name="Google Shape;1551;p37"/>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52" name="Google Shape;1552;p37"/>
          <p:cNvPicPr preferRelativeResize="0"/>
          <p:nvPr/>
        </p:nvPicPr>
        <p:blipFill>
          <a:blip r:embed="rId3">
            <a:alphaModFix/>
          </a:blip>
          <a:stretch>
            <a:fillRect/>
          </a:stretch>
        </p:blipFill>
        <p:spPr>
          <a:xfrm>
            <a:off x="412213" y="2084075"/>
            <a:ext cx="3185175" cy="31851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grpSp>
        <p:nvGrpSpPr>
          <p:cNvPr id="1557" name="Google Shape;1557;p38"/>
          <p:cNvGrpSpPr/>
          <p:nvPr/>
        </p:nvGrpSpPr>
        <p:grpSpPr>
          <a:xfrm>
            <a:off x="1121475" y="3843025"/>
            <a:ext cx="1221300" cy="570400"/>
            <a:chOff x="670175" y="3809850"/>
            <a:chExt cx="1221300" cy="570400"/>
          </a:xfrm>
        </p:grpSpPr>
        <p:cxnSp>
          <p:nvCxnSpPr>
            <p:cNvPr id="1558" name="Google Shape;1558;p38"/>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59" name="Google Shape;1559;p38"/>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60" name="Google Shape;1560;p38"/>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561" name="Google Shape;1561;p38"/>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562" name="Google Shape;1562;p38"/>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Conclusions</a:t>
            </a:r>
            <a:endParaRPr/>
          </a:p>
        </p:txBody>
      </p:sp>
      <p:sp>
        <p:nvSpPr>
          <p:cNvPr id="1563" name="Google Shape;1563;p38"/>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564" name="Google Shape;1564;p38"/>
          <p:cNvSpPr txBox="1"/>
          <p:nvPr>
            <p:ph idx="1" type="subTitle"/>
          </p:nvPr>
        </p:nvSpPr>
        <p:spPr>
          <a:xfrm>
            <a:off x="3043150" y="2178025"/>
            <a:ext cx="5531700" cy="410100"/>
          </a:xfrm>
          <a:prstGeom prst="rect">
            <a:avLst/>
          </a:prstGeom>
        </p:spPr>
        <p:txBody>
          <a:bodyPr anchorCtr="0" anchor="ctr" bIns="91425" lIns="91425" spcFirstLastPara="1" rIns="91425" wrap="square" tIns="91425">
            <a:noAutofit/>
          </a:bodyPr>
          <a:lstStyle/>
          <a:p>
            <a:pPr indent="-406400" lvl="0" marL="457200" rtl="0" algn="l">
              <a:spcBef>
                <a:spcPts val="0"/>
              </a:spcBef>
              <a:spcAft>
                <a:spcPts val="0"/>
              </a:spcAft>
              <a:buSzPts val="2800"/>
              <a:buChar char="●"/>
            </a:pPr>
            <a:r>
              <a:rPr lang="en"/>
              <a:t>Best test RMSE was from support vector regressor (0.3128) </a:t>
            </a:r>
            <a:endParaRPr/>
          </a:p>
          <a:p>
            <a:pPr indent="-406400" lvl="0" marL="457200" rtl="0" algn="l">
              <a:spcBef>
                <a:spcPts val="0"/>
              </a:spcBef>
              <a:spcAft>
                <a:spcPts val="0"/>
              </a:spcAft>
              <a:buSzPts val="2800"/>
              <a:buChar char="●"/>
            </a:pPr>
            <a:r>
              <a:rPr lang="en"/>
              <a:t>Worst RMSE was from MLP regression (0.608)</a:t>
            </a:r>
            <a:endParaRPr/>
          </a:p>
        </p:txBody>
      </p:sp>
      <p:sp>
        <p:nvSpPr>
          <p:cNvPr id="1565" name="Google Shape;1565;p38"/>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6" name="Google Shape;1566;p38"/>
          <p:cNvPicPr preferRelativeResize="0"/>
          <p:nvPr/>
        </p:nvPicPr>
        <p:blipFill>
          <a:blip r:embed="rId3">
            <a:alphaModFix/>
          </a:blip>
          <a:stretch>
            <a:fillRect/>
          </a:stretch>
        </p:blipFill>
        <p:spPr>
          <a:xfrm>
            <a:off x="412213" y="2013650"/>
            <a:ext cx="3185175" cy="31851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0" name="Shape 1570"/>
        <p:cNvGrpSpPr/>
        <p:nvPr/>
      </p:nvGrpSpPr>
      <p:grpSpPr>
        <a:xfrm>
          <a:off x="0" y="0"/>
          <a:ext cx="0" cy="0"/>
          <a:chOff x="0" y="0"/>
          <a:chExt cx="0" cy="0"/>
        </a:xfrm>
      </p:grpSpPr>
      <p:sp>
        <p:nvSpPr>
          <p:cNvPr id="1571" name="Google Shape;1571;p39"/>
          <p:cNvSpPr txBox="1"/>
          <p:nvPr>
            <p:ph type="title"/>
          </p:nvPr>
        </p:nvSpPr>
        <p:spPr>
          <a:xfrm>
            <a:off x="3043150" y="1213828"/>
            <a:ext cx="4827600" cy="964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Conclusions </a:t>
            </a:r>
            <a:r>
              <a:rPr lang="en" sz="1400"/>
              <a:t>(Table)</a:t>
            </a:r>
            <a:endParaRPr sz="1400"/>
          </a:p>
        </p:txBody>
      </p:sp>
      <p:sp>
        <p:nvSpPr>
          <p:cNvPr id="1572" name="Google Shape;1572;p39"/>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pic>
        <p:nvPicPr>
          <p:cNvPr id="1573" name="Google Shape;1573;p39" title="Screenshot 2025-05-08 082624.png"/>
          <p:cNvPicPr preferRelativeResize="0"/>
          <p:nvPr/>
        </p:nvPicPr>
        <p:blipFill>
          <a:blip r:embed="rId3">
            <a:alphaModFix/>
          </a:blip>
          <a:stretch>
            <a:fillRect/>
          </a:stretch>
        </p:blipFill>
        <p:spPr>
          <a:xfrm>
            <a:off x="2888750" y="2330428"/>
            <a:ext cx="4336482" cy="266067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40"/>
          <p:cNvSpPr txBox="1"/>
          <p:nvPr>
            <p:ph type="title"/>
          </p:nvPr>
        </p:nvSpPr>
        <p:spPr>
          <a:xfrm>
            <a:off x="979975" y="1163750"/>
            <a:ext cx="4879200" cy="81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500"/>
              <a:t>THANKS</a:t>
            </a:r>
            <a:endParaRPr sz="5500"/>
          </a:p>
        </p:txBody>
      </p:sp>
      <p:sp>
        <p:nvSpPr>
          <p:cNvPr id="1579" name="Google Shape;1579;p40"/>
          <p:cNvSpPr txBox="1"/>
          <p:nvPr>
            <p:ph idx="1" type="subTitle"/>
          </p:nvPr>
        </p:nvSpPr>
        <p:spPr>
          <a:xfrm>
            <a:off x="979975" y="2052590"/>
            <a:ext cx="3477900" cy="13398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sz="2300">
                <a:latin typeface="Krona One"/>
                <a:ea typeface="Krona One"/>
                <a:cs typeface="Krona One"/>
                <a:sym typeface="Krona One"/>
              </a:rPr>
              <a:t>DO YOU HAVE</a:t>
            </a:r>
            <a:endParaRPr sz="2300">
              <a:latin typeface="Krona One"/>
              <a:ea typeface="Krona One"/>
              <a:cs typeface="Krona One"/>
              <a:sym typeface="Krona One"/>
            </a:endParaRPr>
          </a:p>
          <a:p>
            <a:pPr indent="0" lvl="0" marL="0" rtl="0" algn="l">
              <a:spcBef>
                <a:spcPts val="0"/>
              </a:spcBef>
              <a:spcAft>
                <a:spcPts val="0"/>
              </a:spcAft>
              <a:buClr>
                <a:schemeClr val="lt1"/>
              </a:buClr>
              <a:buSzPts val="1100"/>
              <a:buFont typeface="Arial"/>
              <a:buNone/>
            </a:pPr>
            <a:r>
              <a:rPr lang="en" sz="2300">
                <a:latin typeface="Krona One"/>
                <a:ea typeface="Krona One"/>
                <a:cs typeface="Krona One"/>
                <a:sym typeface="Krona One"/>
              </a:rPr>
              <a:t>ANY QUESTIONS?</a:t>
            </a:r>
            <a:endParaRPr sz="2300">
              <a:latin typeface="Krona One"/>
              <a:ea typeface="Krona One"/>
              <a:cs typeface="Krona One"/>
              <a:sym typeface="Krona One"/>
            </a:endParaRPr>
          </a:p>
          <a:p>
            <a:pPr indent="0" lvl="0" marL="0" rtl="0" algn="l">
              <a:spcBef>
                <a:spcPts val="0"/>
              </a:spcBef>
              <a:spcAft>
                <a:spcPts val="0"/>
              </a:spcAft>
              <a:buNone/>
            </a:pPr>
            <a:r>
              <a:t/>
            </a:r>
            <a:endParaRPr sz="1000"/>
          </a:p>
        </p:txBody>
      </p:sp>
      <p:grpSp>
        <p:nvGrpSpPr>
          <p:cNvPr id="1580" name="Google Shape;1580;p40"/>
          <p:cNvGrpSpPr/>
          <p:nvPr/>
        </p:nvGrpSpPr>
        <p:grpSpPr>
          <a:xfrm>
            <a:off x="1121475" y="3843025"/>
            <a:ext cx="1221300" cy="570400"/>
            <a:chOff x="670175" y="3809850"/>
            <a:chExt cx="1221300" cy="570400"/>
          </a:xfrm>
        </p:grpSpPr>
        <p:cxnSp>
          <p:nvCxnSpPr>
            <p:cNvPr id="1581" name="Google Shape;1581;p40"/>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82" name="Google Shape;1582;p40"/>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83" name="Google Shape;1583;p40"/>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584" name="Google Shape;1584;p40"/>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585" name="Google Shape;1585;p40"/>
          <p:cNvSpPr/>
          <p:nvPr/>
        </p:nvSpPr>
        <p:spPr>
          <a:xfrm>
            <a:off x="995525"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86" name="Google Shape;1586;p40"/>
          <p:cNvPicPr preferRelativeResize="0"/>
          <p:nvPr/>
        </p:nvPicPr>
        <p:blipFill rotWithShape="1">
          <a:blip r:embed="rId3">
            <a:alphaModFix/>
          </a:blip>
          <a:srcRect b="22039" l="3157" r="0" t="0"/>
          <a:stretch/>
        </p:blipFill>
        <p:spPr>
          <a:xfrm>
            <a:off x="2342774" y="3721675"/>
            <a:ext cx="4066550" cy="977175"/>
          </a:xfrm>
          <a:prstGeom prst="rect">
            <a:avLst/>
          </a:prstGeom>
          <a:noFill/>
          <a:ln>
            <a:noFill/>
          </a:ln>
        </p:spPr>
      </p:pic>
      <p:pic>
        <p:nvPicPr>
          <p:cNvPr id="1587" name="Google Shape;1587;p40"/>
          <p:cNvPicPr preferRelativeResize="0"/>
          <p:nvPr/>
        </p:nvPicPr>
        <p:blipFill>
          <a:blip r:embed="rId4">
            <a:alphaModFix/>
          </a:blip>
          <a:stretch>
            <a:fillRect/>
          </a:stretch>
        </p:blipFill>
        <p:spPr>
          <a:xfrm>
            <a:off x="6409325" y="2488625"/>
            <a:ext cx="2210225" cy="2210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acing training school center by Slidesgo">
  <a:themeElements>
    <a:clrScheme name="Simple Light">
      <a:dk1>
        <a:srgbClr val="000000"/>
      </a:dk1>
      <a:lt1>
        <a:srgbClr val="FFFFFF"/>
      </a:lt1>
      <a:dk2>
        <a:srgbClr val="CCCCCC"/>
      </a:dk2>
      <a:lt2>
        <a:srgbClr val="1E1E1E"/>
      </a:lt2>
      <a:accent1>
        <a:srgbClr val="DC2525"/>
      </a:accent1>
      <a:accent2>
        <a:srgbClr val="FFA700"/>
      </a:accent2>
      <a:accent3>
        <a:srgbClr val="3A8BA0"/>
      </a:accent3>
      <a:accent4>
        <a:srgbClr val="93C47D"/>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